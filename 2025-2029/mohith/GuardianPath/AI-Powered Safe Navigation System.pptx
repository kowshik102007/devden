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4" r:id="rId7"/>
    <p:sldId id="263" r:id="rId8"/>
    <p:sldId id="262" r:id="rId9"/>
    <p:sldId id="261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8" autoAdjust="0"/>
    <p:restoredTop sz="94660"/>
  </p:normalViewPr>
  <p:slideViewPr>
    <p:cSldViewPr snapToGrid="0">
      <p:cViewPr>
        <p:scale>
          <a:sx n="38" d="100"/>
          <a:sy n="38" d="100"/>
        </p:scale>
        <p:origin x="540" y="19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44EEE2-36AD-4716-95FF-A79E7A43940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39E4F62-1192-4FCA-BFD7-6DA1A8244765}">
      <dgm:prSet/>
      <dgm:spPr/>
      <dgm:t>
        <a:bodyPr/>
        <a:lstStyle/>
        <a:p>
          <a:r>
            <a:rPr lang="en-US" b="1"/>
            <a:t>2)🟢 SAFE</a:t>
          </a:r>
          <a:endParaRPr lang="en-US"/>
        </a:p>
      </dgm:t>
    </dgm:pt>
    <dgm:pt modelId="{36DEA828-D6B5-4EC2-B4EE-85B8298872F0}" type="parTrans" cxnId="{E266AFBD-76CA-49C5-9B8D-520797B0D073}">
      <dgm:prSet/>
      <dgm:spPr/>
      <dgm:t>
        <a:bodyPr/>
        <a:lstStyle/>
        <a:p>
          <a:endParaRPr lang="en-US"/>
        </a:p>
      </dgm:t>
    </dgm:pt>
    <dgm:pt modelId="{2AC77E57-5D05-40FD-B15B-AFF32C49CCAD}" type="sibTrans" cxnId="{E266AFBD-76CA-49C5-9B8D-520797B0D073}">
      <dgm:prSet/>
      <dgm:spPr/>
      <dgm:t>
        <a:bodyPr/>
        <a:lstStyle/>
        <a:p>
          <a:endParaRPr lang="en-US"/>
        </a:p>
      </dgm:t>
    </dgm:pt>
    <dgm:pt modelId="{8BB7161F-6A25-4C06-969F-AAAA6467C9F1}">
      <dgm:prSet/>
      <dgm:spPr/>
      <dgm:t>
        <a:bodyPr/>
        <a:lstStyle/>
        <a:p>
          <a:r>
            <a:rPr lang="en-US"/>
            <a:t>Normal behavior </a:t>
          </a:r>
        </a:p>
      </dgm:t>
    </dgm:pt>
    <dgm:pt modelId="{8AA0C484-736F-48FA-9DD2-D14FA6B4E7CB}" type="parTrans" cxnId="{2E2D4332-F7A1-4633-AE72-0E9812559162}">
      <dgm:prSet/>
      <dgm:spPr/>
      <dgm:t>
        <a:bodyPr/>
        <a:lstStyle/>
        <a:p>
          <a:endParaRPr lang="en-US"/>
        </a:p>
      </dgm:t>
    </dgm:pt>
    <dgm:pt modelId="{4289957E-F0B0-4AA1-B83C-D48617E1EE3C}" type="sibTrans" cxnId="{2E2D4332-F7A1-4633-AE72-0E9812559162}">
      <dgm:prSet/>
      <dgm:spPr/>
      <dgm:t>
        <a:bodyPr/>
        <a:lstStyle/>
        <a:p>
          <a:endParaRPr lang="en-US"/>
        </a:p>
      </dgm:t>
    </dgm:pt>
    <dgm:pt modelId="{01E39626-880B-428D-8318-710384925A6B}">
      <dgm:prSet/>
      <dgm:spPr/>
      <dgm:t>
        <a:bodyPr/>
        <a:lstStyle/>
        <a:p>
          <a:r>
            <a:rPr lang="en-US"/>
            <a:t>No risk indicators triggered </a:t>
          </a:r>
        </a:p>
      </dgm:t>
    </dgm:pt>
    <dgm:pt modelId="{04F263D2-3D65-47FF-959F-C1D10A9F4266}" type="parTrans" cxnId="{CB7A780F-563D-41C0-9F75-68D845FB38A0}">
      <dgm:prSet/>
      <dgm:spPr/>
      <dgm:t>
        <a:bodyPr/>
        <a:lstStyle/>
        <a:p>
          <a:endParaRPr lang="en-US"/>
        </a:p>
      </dgm:t>
    </dgm:pt>
    <dgm:pt modelId="{564CCB8B-814E-4384-B13A-4C9774C31036}" type="sibTrans" cxnId="{CB7A780F-563D-41C0-9F75-68D845FB38A0}">
      <dgm:prSet/>
      <dgm:spPr/>
      <dgm:t>
        <a:bodyPr/>
        <a:lstStyle/>
        <a:p>
          <a:endParaRPr lang="en-US"/>
        </a:p>
      </dgm:t>
    </dgm:pt>
    <dgm:pt modelId="{C4852A82-E6C7-4B14-9D9A-E22D969D0E04}">
      <dgm:prSet/>
      <dgm:spPr/>
      <dgm:t>
        <a:bodyPr/>
        <a:lstStyle/>
        <a:p>
          <a:r>
            <a:rPr lang="en-US"/>
            <a:t>Continue navigation </a:t>
          </a:r>
        </a:p>
      </dgm:t>
    </dgm:pt>
    <dgm:pt modelId="{7910827B-89C5-477A-B82F-43D7EE80866F}" type="parTrans" cxnId="{69A01C75-6E23-41C3-9311-62316043267C}">
      <dgm:prSet/>
      <dgm:spPr/>
      <dgm:t>
        <a:bodyPr/>
        <a:lstStyle/>
        <a:p>
          <a:endParaRPr lang="en-US"/>
        </a:p>
      </dgm:t>
    </dgm:pt>
    <dgm:pt modelId="{B1A3BF7C-6A32-4FEF-A2F6-05EB270BC47D}" type="sibTrans" cxnId="{69A01C75-6E23-41C3-9311-62316043267C}">
      <dgm:prSet/>
      <dgm:spPr/>
      <dgm:t>
        <a:bodyPr/>
        <a:lstStyle/>
        <a:p>
          <a:endParaRPr lang="en-US"/>
        </a:p>
      </dgm:t>
    </dgm:pt>
    <dgm:pt modelId="{DFE44A4F-5983-47B7-A332-D9B4E2370754}">
      <dgm:prSet/>
      <dgm:spPr/>
      <dgm:t>
        <a:bodyPr/>
        <a:lstStyle/>
        <a:p>
          <a:r>
            <a:rPr lang="en-US" b="1"/>
            <a:t>🟡 WARNING</a:t>
          </a:r>
          <a:endParaRPr lang="en-US"/>
        </a:p>
      </dgm:t>
    </dgm:pt>
    <dgm:pt modelId="{ACAE66E3-FAD6-4BD1-9965-C8E27F2A77C6}" type="parTrans" cxnId="{C72F7ED5-7C67-435A-A221-C983228A6EB2}">
      <dgm:prSet/>
      <dgm:spPr/>
      <dgm:t>
        <a:bodyPr/>
        <a:lstStyle/>
        <a:p>
          <a:endParaRPr lang="en-US"/>
        </a:p>
      </dgm:t>
    </dgm:pt>
    <dgm:pt modelId="{1218BF07-52B5-42A8-B4C5-845C7C2F4DE1}" type="sibTrans" cxnId="{C72F7ED5-7C67-435A-A221-C983228A6EB2}">
      <dgm:prSet/>
      <dgm:spPr/>
      <dgm:t>
        <a:bodyPr/>
        <a:lstStyle/>
        <a:p>
          <a:endParaRPr lang="en-US"/>
        </a:p>
      </dgm:t>
    </dgm:pt>
    <dgm:pt modelId="{BE011F4C-453A-4567-9DAC-F98EBA699758}">
      <dgm:prSet/>
      <dgm:spPr/>
      <dgm:t>
        <a:bodyPr/>
        <a:lstStyle/>
        <a:p>
          <a:r>
            <a:rPr lang="en-US"/>
            <a:t>Moderate deviation or elevated risk detected </a:t>
          </a:r>
        </a:p>
      </dgm:t>
    </dgm:pt>
    <dgm:pt modelId="{4FC6025E-40F3-4C56-8B80-73893F90BBBF}" type="parTrans" cxnId="{1EE2572C-520F-4985-BB6D-664337B1BD02}">
      <dgm:prSet/>
      <dgm:spPr/>
      <dgm:t>
        <a:bodyPr/>
        <a:lstStyle/>
        <a:p>
          <a:endParaRPr lang="en-US"/>
        </a:p>
      </dgm:t>
    </dgm:pt>
    <dgm:pt modelId="{AA0F0B14-1473-4467-92CE-A0F660B3306C}" type="sibTrans" cxnId="{1EE2572C-520F-4985-BB6D-664337B1BD02}">
      <dgm:prSet/>
      <dgm:spPr/>
      <dgm:t>
        <a:bodyPr/>
        <a:lstStyle/>
        <a:p>
          <a:endParaRPr lang="en-US"/>
        </a:p>
      </dgm:t>
    </dgm:pt>
    <dgm:pt modelId="{DBE62736-80A1-4EDE-98F8-E4798E4BD2D1}">
      <dgm:prSet/>
      <dgm:spPr/>
      <dgm:t>
        <a:bodyPr/>
        <a:lstStyle/>
        <a:p>
          <a:r>
            <a:rPr lang="en-US"/>
            <a:t>User is notified </a:t>
          </a:r>
        </a:p>
      </dgm:t>
    </dgm:pt>
    <dgm:pt modelId="{F634E56F-8E3D-48D9-907C-CB2A2B288DED}" type="parTrans" cxnId="{DE408FA7-E538-4851-B3B6-B3A614576945}">
      <dgm:prSet/>
      <dgm:spPr/>
      <dgm:t>
        <a:bodyPr/>
        <a:lstStyle/>
        <a:p>
          <a:endParaRPr lang="en-US"/>
        </a:p>
      </dgm:t>
    </dgm:pt>
    <dgm:pt modelId="{9BD71093-AAB9-4D2A-8932-B8111E21D04E}" type="sibTrans" cxnId="{DE408FA7-E538-4851-B3B6-B3A614576945}">
      <dgm:prSet/>
      <dgm:spPr/>
      <dgm:t>
        <a:bodyPr/>
        <a:lstStyle/>
        <a:p>
          <a:endParaRPr lang="en-US"/>
        </a:p>
      </dgm:t>
    </dgm:pt>
    <dgm:pt modelId="{DA1692DC-0FA4-4FD8-B78D-D8EE6F993B5C}">
      <dgm:prSet/>
      <dgm:spPr/>
      <dgm:t>
        <a:bodyPr/>
        <a:lstStyle/>
        <a:p>
          <a:r>
            <a:rPr lang="en-US" b="1"/>
            <a:t>🔴 DANGER</a:t>
          </a:r>
          <a:endParaRPr lang="en-US"/>
        </a:p>
      </dgm:t>
    </dgm:pt>
    <dgm:pt modelId="{19D5FB59-DD1F-46FA-A6A4-AE448FEC1797}" type="parTrans" cxnId="{6F1D91FB-7605-4A0E-9F09-6F2E0C0BD4B4}">
      <dgm:prSet/>
      <dgm:spPr/>
      <dgm:t>
        <a:bodyPr/>
        <a:lstStyle/>
        <a:p>
          <a:endParaRPr lang="en-US"/>
        </a:p>
      </dgm:t>
    </dgm:pt>
    <dgm:pt modelId="{90F7A51C-E4EF-4877-A87E-04C31308E751}" type="sibTrans" cxnId="{6F1D91FB-7605-4A0E-9F09-6F2E0C0BD4B4}">
      <dgm:prSet/>
      <dgm:spPr/>
      <dgm:t>
        <a:bodyPr/>
        <a:lstStyle/>
        <a:p>
          <a:endParaRPr lang="en-US"/>
        </a:p>
      </dgm:t>
    </dgm:pt>
    <dgm:pt modelId="{AB0DC3BB-7354-4007-B323-369EFC69FD70}">
      <dgm:prSet/>
      <dgm:spPr/>
      <dgm:t>
        <a:bodyPr/>
        <a:lstStyle/>
        <a:p>
          <a:r>
            <a:rPr lang="en-US"/>
            <a:t>Critical anomaly or high-risk area </a:t>
          </a:r>
        </a:p>
      </dgm:t>
    </dgm:pt>
    <dgm:pt modelId="{B3448FF1-0C88-47C3-8DF1-30261085B54E}" type="parTrans" cxnId="{9CA28825-8901-4E9B-8936-DC86A605443F}">
      <dgm:prSet/>
      <dgm:spPr/>
      <dgm:t>
        <a:bodyPr/>
        <a:lstStyle/>
        <a:p>
          <a:endParaRPr lang="en-US"/>
        </a:p>
      </dgm:t>
    </dgm:pt>
    <dgm:pt modelId="{246649DD-38B6-4938-9D29-70A5761C67B9}" type="sibTrans" cxnId="{9CA28825-8901-4E9B-8936-DC86A605443F}">
      <dgm:prSet/>
      <dgm:spPr/>
      <dgm:t>
        <a:bodyPr/>
        <a:lstStyle/>
        <a:p>
          <a:endParaRPr lang="en-US"/>
        </a:p>
      </dgm:t>
    </dgm:pt>
    <dgm:pt modelId="{FADD40B7-0ADC-4F95-96C2-8BD6EBD63DA2}">
      <dgm:prSet/>
      <dgm:spPr/>
      <dgm:t>
        <a:bodyPr/>
        <a:lstStyle/>
        <a:p>
          <a:r>
            <a:rPr lang="en-US"/>
            <a:t>Emergency Agent is activated</a:t>
          </a:r>
        </a:p>
      </dgm:t>
    </dgm:pt>
    <dgm:pt modelId="{15307365-92E9-4157-B944-DAD85FA0DC9B}" type="parTrans" cxnId="{26FC4A9D-1E0C-4036-BB16-D85751149AC3}">
      <dgm:prSet/>
      <dgm:spPr/>
      <dgm:t>
        <a:bodyPr/>
        <a:lstStyle/>
        <a:p>
          <a:endParaRPr lang="en-US"/>
        </a:p>
      </dgm:t>
    </dgm:pt>
    <dgm:pt modelId="{B38C3EE1-A984-44CB-BBF6-AC341AB9FE4D}" type="sibTrans" cxnId="{26FC4A9D-1E0C-4036-BB16-D85751149AC3}">
      <dgm:prSet/>
      <dgm:spPr/>
      <dgm:t>
        <a:bodyPr/>
        <a:lstStyle/>
        <a:p>
          <a:endParaRPr lang="en-US"/>
        </a:p>
      </dgm:t>
    </dgm:pt>
    <dgm:pt modelId="{1F69775B-0182-4BA3-BEA8-BCE584D2DCF5}" type="pres">
      <dgm:prSet presAssocID="{5C44EEE2-36AD-4716-95FF-A79E7A43940B}" presName="vert0" presStyleCnt="0">
        <dgm:presLayoutVars>
          <dgm:dir/>
          <dgm:animOne val="branch"/>
          <dgm:animLvl val="lvl"/>
        </dgm:presLayoutVars>
      </dgm:prSet>
      <dgm:spPr/>
    </dgm:pt>
    <dgm:pt modelId="{182C8EEC-D391-4C87-A891-2BA142841804}" type="pres">
      <dgm:prSet presAssocID="{939E4F62-1192-4FCA-BFD7-6DA1A8244765}" presName="thickLine" presStyleLbl="alignNode1" presStyleIdx="0" presStyleCnt="10"/>
      <dgm:spPr/>
    </dgm:pt>
    <dgm:pt modelId="{2CD4EC31-56BE-4F89-B3DB-1CC7697D5F57}" type="pres">
      <dgm:prSet presAssocID="{939E4F62-1192-4FCA-BFD7-6DA1A8244765}" presName="horz1" presStyleCnt="0"/>
      <dgm:spPr/>
    </dgm:pt>
    <dgm:pt modelId="{29AC400A-DE31-4273-95AB-1E617F9EBB97}" type="pres">
      <dgm:prSet presAssocID="{939E4F62-1192-4FCA-BFD7-6DA1A8244765}" presName="tx1" presStyleLbl="revTx" presStyleIdx="0" presStyleCnt="10"/>
      <dgm:spPr/>
    </dgm:pt>
    <dgm:pt modelId="{003CBBB8-E9E4-42FC-B8ED-53E279171EF8}" type="pres">
      <dgm:prSet presAssocID="{939E4F62-1192-4FCA-BFD7-6DA1A8244765}" presName="vert1" presStyleCnt="0"/>
      <dgm:spPr/>
    </dgm:pt>
    <dgm:pt modelId="{B9E31750-E2AF-45AA-920A-3882C441FD57}" type="pres">
      <dgm:prSet presAssocID="{8BB7161F-6A25-4C06-969F-AAAA6467C9F1}" presName="thickLine" presStyleLbl="alignNode1" presStyleIdx="1" presStyleCnt="10"/>
      <dgm:spPr/>
    </dgm:pt>
    <dgm:pt modelId="{EC11CA86-0438-4500-8B12-75C38B985FDD}" type="pres">
      <dgm:prSet presAssocID="{8BB7161F-6A25-4C06-969F-AAAA6467C9F1}" presName="horz1" presStyleCnt="0"/>
      <dgm:spPr/>
    </dgm:pt>
    <dgm:pt modelId="{108BA171-7827-4219-A666-8AFF2F27C291}" type="pres">
      <dgm:prSet presAssocID="{8BB7161F-6A25-4C06-969F-AAAA6467C9F1}" presName="tx1" presStyleLbl="revTx" presStyleIdx="1" presStyleCnt="10"/>
      <dgm:spPr/>
    </dgm:pt>
    <dgm:pt modelId="{1C28EE73-BCE2-40B7-9D74-6765147E08C3}" type="pres">
      <dgm:prSet presAssocID="{8BB7161F-6A25-4C06-969F-AAAA6467C9F1}" presName="vert1" presStyleCnt="0"/>
      <dgm:spPr/>
    </dgm:pt>
    <dgm:pt modelId="{A4732D96-B224-421B-8C30-3CB037D805AD}" type="pres">
      <dgm:prSet presAssocID="{01E39626-880B-428D-8318-710384925A6B}" presName="thickLine" presStyleLbl="alignNode1" presStyleIdx="2" presStyleCnt="10"/>
      <dgm:spPr/>
    </dgm:pt>
    <dgm:pt modelId="{233E9CB9-12BC-497C-9372-6C64A3A18547}" type="pres">
      <dgm:prSet presAssocID="{01E39626-880B-428D-8318-710384925A6B}" presName="horz1" presStyleCnt="0"/>
      <dgm:spPr/>
    </dgm:pt>
    <dgm:pt modelId="{75943C52-2479-4307-85B2-974E83B71002}" type="pres">
      <dgm:prSet presAssocID="{01E39626-880B-428D-8318-710384925A6B}" presName="tx1" presStyleLbl="revTx" presStyleIdx="2" presStyleCnt="10"/>
      <dgm:spPr/>
    </dgm:pt>
    <dgm:pt modelId="{AC35B417-F740-43FC-B40F-5531EEDBDACF}" type="pres">
      <dgm:prSet presAssocID="{01E39626-880B-428D-8318-710384925A6B}" presName="vert1" presStyleCnt="0"/>
      <dgm:spPr/>
    </dgm:pt>
    <dgm:pt modelId="{CA027871-0561-46B8-A4DA-DE909F92CE4B}" type="pres">
      <dgm:prSet presAssocID="{C4852A82-E6C7-4B14-9D9A-E22D969D0E04}" presName="thickLine" presStyleLbl="alignNode1" presStyleIdx="3" presStyleCnt="10"/>
      <dgm:spPr/>
    </dgm:pt>
    <dgm:pt modelId="{0440593B-E902-4C48-BA3C-97CA1337A8F5}" type="pres">
      <dgm:prSet presAssocID="{C4852A82-E6C7-4B14-9D9A-E22D969D0E04}" presName="horz1" presStyleCnt="0"/>
      <dgm:spPr/>
    </dgm:pt>
    <dgm:pt modelId="{BE0462C7-5BC6-478E-AE6A-B2C347DA5E1A}" type="pres">
      <dgm:prSet presAssocID="{C4852A82-E6C7-4B14-9D9A-E22D969D0E04}" presName="tx1" presStyleLbl="revTx" presStyleIdx="3" presStyleCnt="10"/>
      <dgm:spPr/>
    </dgm:pt>
    <dgm:pt modelId="{6CDAF0BE-4DA9-42F8-A982-CC458E2A74A0}" type="pres">
      <dgm:prSet presAssocID="{C4852A82-E6C7-4B14-9D9A-E22D969D0E04}" presName="vert1" presStyleCnt="0"/>
      <dgm:spPr/>
    </dgm:pt>
    <dgm:pt modelId="{D26614D0-01A1-4984-9333-8C41458840C5}" type="pres">
      <dgm:prSet presAssocID="{DFE44A4F-5983-47B7-A332-D9B4E2370754}" presName="thickLine" presStyleLbl="alignNode1" presStyleIdx="4" presStyleCnt="10"/>
      <dgm:spPr/>
    </dgm:pt>
    <dgm:pt modelId="{AEB2901C-3551-4284-A80F-AD26A7104B22}" type="pres">
      <dgm:prSet presAssocID="{DFE44A4F-5983-47B7-A332-D9B4E2370754}" presName="horz1" presStyleCnt="0"/>
      <dgm:spPr/>
    </dgm:pt>
    <dgm:pt modelId="{96D0A25B-9D16-4B20-8317-C2C533C8476F}" type="pres">
      <dgm:prSet presAssocID="{DFE44A4F-5983-47B7-A332-D9B4E2370754}" presName="tx1" presStyleLbl="revTx" presStyleIdx="4" presStyleCnt="10"/>
      <dgm:spPr/>
    </dgm:pt>
    <dgm:pt modelId="{889D2FB4-36AC-4E8F-BF86-66CC88FDC283}" type="pres">
      <dgm:prSet presAssocID="{DFE44A4F-5983-47B7-A332-D9B4E2370754}" presName="vert1" presStyleCnt="0"/>
      <dgm:spPr/>
    </dgm:pt>
    <dgm:pt modelId="{AB35A684-E581-4F3F-8FDA-16EC5BBA3A92}" type="pres">
      <dgm:prSet presAssocID="{BE011F4C-453A-4567-9DAC-F98EBA699758}" presName="thickLine" presStyleLbl="alignNode1" presStyleIdx="5" presStyleCnt="10"/>
      <dgm:spPr/>
    </dgm:pt>
    <dgm:pt modelId="{357EBAF7-5298-4C31-B121-925C38E7F8C9}" type="pres">
      <dgm:prSet presAssocID="{BE011F4C-453A-4567-9DAC-F98EBA699758}" presName="horz1" presStyleCnt="0"/>
      <dgm:spPr/>
    </dgm:pt>
    <dgm:pt modelId="{AC7EB350-425E-4078-B159-1C3720857CA0}" type="pres">
      <dgm:prSet presAssocID="{BE011F4C-453A-4567-9DAC-F98EBA699758}" presName="tx1" presStyleLbl="revTx" presStyleIdx="5" presStyleCnt="10"/>
      <dgm:spPr/>
    </dgm:pt>
    <dgm:pt modelId="{C99DE46F-361E-4739-A01C-A052A9D41097}" type="pres">
      <dgm:prSet presAssocID="{BE011F4C-453A-4567-9DAC-F98EBA699758}" presName="vert1" presStyleCnt="0"/>
      <dgm:spPr/>
    </dgm:pt>
    <dgm:pt modelId="{B2D47870-328B-4D09-8279-700826811595}" type="pres">
      <dgm:prSet presAssocID="{DBE62736-80A1-4EDE-98F8-E4798E4BD2D1}" presName="thickLine" presStyleLbl="alignNode1" presStyleIdx="6" presStyleCnt="10"/>
      <dgm:spPr/>
    </dgm:pt>
    <dgm:pt modelId="{114E2B65-C3AE-457B-9CA8-65DB5691FF38}" type="pres">
      <dgm:prSet presAssocID="{DBE62736-80A1-4EDE-98F8-E4798E4BD2D1}" presName="horz1" presStyleCnt="0"/>
      <dgm:spPr/>
    </dgm:pt>
    <dgm:pt modelId="{7D7E39C6-4977-4946-B87B-A16DAA84838C}" type="pres">
      <dgm:prSet presAssocID="{DBE62736-80A1-4EDE-98F8-E4798E4BD2D1}" presName="tx1" presStyleLbl="revTx" presStyleIdx="6" presStyleCnt="10"/>
      <dgm:spPr/>
    </dgm:pt>
    <dgm:pt modelId="{92CBAEE7-C4D2-46C1-97A1-B6AB86382FF9}" type="pres">
      <dgm:prSet presAssocID="{DBE62736-80A1-4EDE-98F8-E4798E4BD2D1}" presName="vert1" presStyleCnt="0"/>
      <dgm:spPr/>
    </dgm:pt>
    <dgm:pt modelId="{BDC5C8CF-A3B5-48C2-8505-285736648F13}" type="pres">
      <dgm:prSet presAssocID="{DA1692DC-0FA4-4FD8-B78D-D8EE6F993B5C}" presName="thickLine" presStyleLbl="alignNode1" presStyleIdx="7" presStyleCnt="10"/>
      <dgm:spPr/>
    </dgm:pt>
    <dgm:pt modelId="{E3E9671E-461D-4AAC-B4E5-E40AA8BB5D6D}" type="pres">
      <dgm:prSet presAssocID="{DA1692DC-0FA4-4FD8-B78D-D8EE6F993B5C}" presName="horz1" presStyleCnt="0"/>
      <dgm:spPr/>
    </dgm:pt>
    <dgm:pt modelId="{B81AF619-4D00-4D03-93A9-88A75336603E}" type="pres">
      <dgm:prSet presAssocID="{DA1692DC-0FA4-4FD8-B78D-D8EE6F993B5C}" presName="tx1" presStyleLbl="revTx" presStyleIdx="7" presStyleCnt="10"/>
      <dgm:spPr/>
    </dgm:pt>
    <dgm:pt modelId="{C7E111E3-70A5-48CD-A351-5D0E4205663C}" type="pres">
      <dgm:prSet presAssocID="{DA1692DC-0FA4-4FD8-B78D-D8EE6F993B5C}" presName="vert1" presStyleCnt="0"/>
      <dgm:spPr/>
    </dgm:pt>
    <dgm:pt modelId="{214C7E42-6E6D-41B7-B84B-16FAB796F8A1}" type="pres">
      <dgm:prSet presAssocID="{AB0DC3BB-7354-4007-B323-369EFC69FD70}" presName="thickLine" presStyleLbl="alignNode1" presStyleIdx="8" presStyleCnt="10"/>
      <dgm:spPr/>
    </dgm:pt>
    <dgm:pt modelId="{2C1CB534-2F38-48CD-BC5A-8CDAB646C7D6}" type="pres">
      <dgm:prSet presAssocID="{AB0DC3BB-7354-4007-B323-369EFC69FD70}" presName="horz1" presStyleCnt="0"/>
      <dgm:spPr/>
    </dgm:pt>
    <dgm:pt modelId="{1FCBFBFC-5B08-40E8-99C8-EA68D0A89CDD}" type="pres">
      <dgm:prSet presAssocID="{AB0DC3BB-7354-4007-B323-369EFC69FD70}" presName="tx1" presStyleLbl="revTx" presStyleIdx="8" presStyleCnt="10"/>
      <dgm:spPr/>
    </dgm:pt>
    <dgm:pt modelId="{D0856270-03B0-4CE8-8ABE-F2D4C4578EB8}" type="pres">
      <dgm:prSet presAssocID="{AB0DC3BB-7354-4007-B323-369EFC69FD70}" presName="vert1" presStyleCnt="0"/>
      <dgm:spPr/>
    </dgm:pt>
    <dgm:pt modelId="{A15946A8-FC1A-47D0-9164-E49C1FBDD99E}" type="pres">
      <dgm:prSet presAssocID="{FADD40B7-0ADC-4F95-96C2-8BD6EBD63DA2}" presName="thickLine" presStyleLbl="alignNode1" presStyleIdx="9" presStyleCnt="10"/>
      <dgm:spPr/>
    </dgm:pt>
    <dgm:pt modelId="{050AC4AB-289C-4133-A6C4-4003B9BCFA47}" type="pres">
      <dgm:prSet presAssocID="{FADD40B7-0ADC-4F95-96C2-8BD6EBD63DA2}" presName="horz1" presStyleCnt="0"/>
      <dgm:spPr/>
    </dgm:pt>
    <dgm:pt modelId="{E4AEEADE-E5E1-4815-B15D-BAA03A6478DD}" type="pres">
      <dgm:prSet presAssocID="{FADD40B7-0ADC-4F95-96C2-8BD6EBD63DA2}" presName="tx1" presStyleLbl="revTx" presStyleIdx="9" presStyleCnt="10"/>
      <dgm:spPr/>
    </dgm:pt>
    <dgm:pt modelId="{3019EE5F-A8B0-4060-B232-71BC8E16C4F5}" type="pres">
      <dgm:prSet presAssocID="{FADD40B7-0ADC-4F95-96C2-8BD6EBD63DA2}" presName="vert1" presStyleCnt="0"/>
      <dgm:spPr/>
    </dgm:pt>
  </dgm:ptLst>
  <dgm:cxnLst>
    <dgm:cxn modelId="{80258306-67D2-45CD-ADB6-33CD5AB3B558}" type="presOf" srcId="{8BB7161F-6A25-4C06-969F-AAAA6467C9F1}" destId="{108BA171-7827-4219-A666-8AFF2F27C291}" srcOrd="0" destOrd="0" presId="urn:microsoft.com/office/officeart/2008/layout/LinedList"/>
    <dgm:cxn modelId="{2F562F0C-64E5-4CC4-9470-0FB71609BCA1}" type="presOf" srcId="{01E39626-880B-428D-8318-710384925A6B}" destId="{75943C52-2479-4307-85B2-974E83B71002}" srcOrd="0" destOrd="0" presId="urn:microsoft.com/office/officeart/2008/layout/LinedList"/>
    <dgm:cxn modelId="{CB7A780F-563D-41C0-9F75-68D845FB38A0}" srcId="{5C44EEE2-36AD-4716-95FF-A79E7A43940B}" destId="{01E39626-880B-428D-8318-710384925A6B}" srcOrd="2" destOrd="0" parTransId="{04F263D2-3D65-47FF-959F-C1D10A9F4266}" sibTransId="{564CCB8B-814E-4384-B13A-4C9774C31036}"/>
    <dgm:cxn modelId="{9CA28825-8901-4E9B-8936-DC86A605443F}" srcId="{5C44EEE2-36AD-4716-95FF-A79E7A43940B}" destId="{AB0DC3BB-7354-4007-B323-369EFC69FD70}" srcOrd="8" destOrd="0" parTransId="{B3448FF1-0C88-47C3-8DF1-30261085B54E}" sibTransId="{246649DD-38B6-4938-9D29-70A5761C67B9}"/>
    <dgm:cxn modelId="{1EE2572C-520F-4985-BB6D-664337B1BD02}" srcId="{5C44EEE2-36AD-4716-95FF-A79E7A43940B}" destId="{BE011F4C-453A-4567-9DAC-F98EBA699758}" srcOrd="5" destOrd="0" parTransId="{4FC6025E-40F3-4C56-8B80-73893F90BBBF}" sibTransId="{AA0F0B14-1473-4467-92CE-A0F660B3306C}"/>
    <dgm:cxn modelId="{2E2D4332-F7A1-4633-AE72-0E9812559162}" srcId="{5C44EEE2-36AD-4716-95FF-A79E7A43940B}" destId="{8BB7161F-6A25-4C06-969F-AAAA6467C9F1}" srcOrd="1" destOrd="0" parTransId="{8AA0C484-736F-48FA-9DD2-D14FA6B4E7CB}" sibTransId="{4289957E-F0B0-4AA1-B83C-D48617E1EE3C}"/>
    <dgm:cxn modelId="{FB39243B-CAAC-41A8-9131-3AEE431ADCEA}" type="presOf" srcId="{DFE44A4F-5983-47B7-A332-D9B4E2370754}" destId="{96D0A25B-9D16-4B20-8317-C2C533C8476F}" srcOrd="0" destOrd="0" presId="urn:microsoft.com/office/officeart/2008/layout/LinedList"/>
    <dgm:cxn modelId="{24A99C50-81F8-4FB7-A9B9-B30DFF90EDE4}" type="presOf" srcId="{DBE62736-80A1-4EDE-98F8-E4798E4BD2D1}" destId="{7D7E39C6-4977-4946-B87B-A16DAA84838C}" srcOrd="0" destOrd="0" presId="urn:microsoft.com/office/officeart/2008/layout/LinedList"/>
    <dgm:cxn modelId="{69A01C75-6E23-41C3-9311-62316043267C}" srcId="{5C44EEE2-36AD-4716-95FF-A79E7A43940B}" destId="{C4852A82-E6C7-4B14-9D9A-E22D969D0E04}" srcOrd="3" destOrd="0" parTransId="{7910827B-89C5-477A-B82F-43D7EE80866F}" sibTransId="{B1A3BF7C-6A32-4FEF-A2F6-05EB270BC47D}"/>
    <dgm:cxn modelId="{BBE35756-D898-4EC2-8F15-F8B856D0B244}" type="presOf" srcId="{C4852A82-E6C7-4B14-9D9A-E22D969D0E04}" destId="{BE0462C7-5BC6-478E-AE6A-B2C347DA5E1A}" srcOrd="0" destOrd="0" presId="urn:microsoft.com/office/officeart/2008/layout/LinedList"/>
    <dgm:cxn modelId="{A3FFAC99-59CF-46DC-8E40-669748AA0BFE}" type="presOf" srcId="{BE011F4C-453A-4567-9DAC-F98EBA699758}" destId="{AC7EB350-425E-4078-B159-1C3720857CA0}" srcOrd="0" destOrd="0" presId="urn:microsoft.com/office/officeart/2008/layout/LinedList"/>
    <dgm:cxn modelId="{26FC4A9D-1E0C-4036-BB16-D85751149AC3}" srcId="{5C44EEE2-36AD-4716-95FF-A79E7A43940B}" destId="{FADD40B7-0ADC-4F95-96C2-8BD6EBD63DA2}" srcOrd="9" destOrd="0" parTransId="{15307365-92E9-4157-B944-DAD85FA0DC9B}" sibTransId="{B38C3EE1-A984-44CB-BBF6-AC341AB9FE4D}"/>
    <dgm:cxn modelId="{DE408FA7-E538-4851-B3B6-B3A614576945}" srcId="{5C44EEE2-36AD-4716-95FF-A79E7A43940B}" destId="{DBE62736-80A1-4EDE-98F8-E4798E4BD2D1}" srcOrd="6" destOrd="0" parTransId="{F634E56F-8E3D-48D9-907C-CB2A2B288DED}" sibTransId="{9BD71093-AAB9-4D2A-8932-B8111E21D04E}"/>
    <dgm:cxn modelId="{E266AFBD-76CA-49C5-9B8D-520797B0D073}" srcId="{5C44EEE2-36AD-4716-95FF-A79E7A43940B}" destId="{939E4F62-1192-4FCA-BFD7-6DA1A8244765}" srcOrd="0" destOrd="0" parTransId="{36DEA828-D6B5-4EC2-B4EE-85B8298872F0}" sibTransId="{2AC77E57-5D05-40FD-B15B-AFF32C49CCAD}"/>
    <dgm:cxn modelId="{0C35D6D4-7986-45DB-A2E7-10879DA5968E}" type="presOf" srcId="{FADD40B7-0ADC-4F95-96C2-8BD6EBD63DA2}" destId="{E4AEEADE-E5E1-4815-B15D-BAA03A6478DD}" srcOrd="0" destOrd="0" presId="urn:microsoft.com/office/officeart/2008/layout/LinedList"/>
    <dgm:cxn modelId="{C72F7ED5-7C67-435A-A221-C983228A6EB2}" srcId="{5C44EEE2-36AD-4716-95FF-A79E7A43940B}" destId="{DFE44A4F-5983-47B7-A332-D9B4E2370754}" srcOrd="4" destOrd="0" parTransId="{ACAE66E3-FAD6-4BD1-9965-C8E27F2A77C6}" sibTransId="{1218BF07-52B5-42A8-B4C5-845C7C2F4DE1}"/>
    <dgm:cxn modelId="{2C0033E0-E06B-4114-AE50-61C3558E8402}" type="presOf" srcId="{DA1692DC-0FA4-4FD8-B78D-D8EE6F993B5C}" destId="{B81AF619-4D00-4D03-93A9-88A75336603E}" srcOrd="0" destOrd="0" presId="urn:microsoft.com/office/officeart/2008/layout/LinedList"/>
    <dgm:cxn modelId="{ED368EEF-49B1-4448-9372-C5B2DA8EF464}" type="presOf" srcId="{AB0DC3BB-7354-4007-B323-369EFC69FD70}" destId="{1FCBFBFC-5B08-40E8-99C8-EA68D0A89CDD}" srcOrd="0" destOrd="0" presId="urn:microsoft.com/office/officeart/2008/layout/LinedList"/>
    <dgm:cxn modelId="{E7CFD1EF-A85C-46E4-9B29-FEC6BAC16CC4}" type="presOf" srcId="{939E4F62-1192-4FCA-BFD7-6DA1A8244765}" destId="{29AC400A-DE31-4273-95AB-1E617F9EBB97}" srcOrd="0" destOrd="0" presId="urn:microsoft.com/office/officeart/2008/layout/LinedList"/>
    <dgm:cxn modelId="{6F1D91FB-7605-4A0E-9F09-6F2E0C0BD4B4}" srcId="{5C44EEE2-36AD-4716-95FF-A79E7A43940B}" destId="{DA1692DC-0FA4-4FD8-B78D-D8EE6F993B5C}" srcOrd="7" destOrd="0" parTransId="{19D5FB59-DD1F-46FA-A6A4-AE448FEC1797}" sibTransId="{90F7A51C-E4EF-4877-A87E-04C31308E751}"/>
    <dgm:cxn modelId="{300A01FE-92CF-4971-A977-98D1B98F78D3}" type="presOf" srcId="{5C44EEE2-36AD-4716-95FF-A79E7A43940B}" destId="{1F69775B-0182-4BA3-BEA8-BCE584D2DCF5}" srcOrd="0" destOrd="0" presId="urn:microsoft.com/office/officeart/2008/layout/LinedList"/>
    <dgm:cxn modelId="{F1A4B250-605B-4232-A3F4-BFCD35140ACC}" type="presParOf" srcId="{1F69775B-0182-4BA3-BEA8-BCE584D2DCF5}" destId="{182C8EEC-D391-4C87-A891-2BA142841804}" srcOrd="0" destOrd="0" presId="urn:microsoft.com/office/officeart/2008/layout/LinedList"/>
    <dgm:cxn modelId="{6FFD1248-54C1-470F-AE94-5AE14C5F4687}" type="presParOf" srcId="{1F69775B-0182-4BA3-BEA8-BCE584D2DCF5}" destId="{2CD4EC31-56BE-4F89-B3DB-1CC7697D5F57}" srcOrd="1" destOrd="0" presId="urn:microsoft.com/office/officeart/2008/layout/LinedList"/>
    <dgm:cxn modelId="{B50906AE-5117-47F0-927A-1C0E3717D23E}" type="presParOf" srcId="{2CD4EC31-56BE-4F89-B3DB-1CC7697D5F57}" destId="{29AC400A-DE31-4273-95AB-1E617F9EBB97}" srcOrd="0" destOrd="0" presId="urn:microsoft.com/office/officeart/2008/layout/LinedList"/>
    <dgm:cxn modelId="{40444085-AE36-493C-BA2C-3E27A0F12CA2}" type="presParOf" srcId="{2CD4EC31-56BE-4F89-B3DB-1CC7697D5F57}" destId="{003CBBB8-E9E4-42FC-B8ED-53E279171EF8}" srcOrd="1" destOrd="0" presId="urn:microsoft.com/office/officeart/2008/layout/LinedList"/>
    <dgm:cxn modelId="{34A3145E-38B5-4174-B4FA-F0D8486CF6BE}" type="presParOf" srcId="{1F69775B-0182-4BA3-BEA8-BCE584D2DCF5}" destId="{B9E31750-E2AF-45AA-920A-3882C441FD57}" srcOrd="2" destOrd="0" presId="urn:microsoft.com/office/officeart/2008/layout/LinedList"/>
    <dgm:cxn modelId="{23F59B82-F277-481B-9F24-17C8AC76FBF0}" type="presParOf" srcId="{1F69775B-0182-4BA3-BEA8-BCE584D2DCF5}" destId="{EC11CA86-0438-4500-8B12-75C38B985FDD}" srcOrd="3" destOrd="0" presId="urn:microsoft.com/office/officeart/2008/layout/LinedList"/>
    <dgm:cxn modelId="{E3CC9E12-B71B-4ACB-8153-9CC0F01C505C}" type="presParOf" srcId="{EC11CA86-0438-4500-8B12-75C38B985FDD}" destId="{108BA171-7827-4219-A666-8AFF2F27C291}" srcOrd="0" destOrd="0" presId="urn:microsoft.com/office/officeart/2008/layout/LinedList"/>
    <dgm:cxn modelId="{75401F0C-D714-4A5B-812E-F4546705DFA9}" type="presParOf" srcId="{EC11CA86-0438-4500-8B12-75C38B985FDD}" destId="{1C28EE73-BCE2-40B7-9D74-6765147E08C3}" srcOrd="1" destOrd="0" presId="urn:microsoft.com/office/officeart/2008/layout/LinedList"/>
    <dgm:cxn modelId="{FC5874EF-5691-430C-ABA3-0E777F8B8BD0}" type="presParOf" srcId="{1F69775B-0182-4BA3-BEA8-BCE584D2DCF5}" destId="{A4732D96-B224-421B-8C30-3CB037D805AD}" srcOrd="4" destOrd="0" presId="urn:microsoft.com/office/officeart/2008/layout/LinedList"/>
    <dgm:cxn modelId="{BF9A61D2-EC65-4F89-8F89-4AFF700F52C6}" type="presParOf" srcId="{1F69775B-0182-4BA3-BEA8-BCE584D2DCF5}" destId="{233E9CB9-12BC-497C-9372-6C64A3A18547}" srcOrd="5" destOrd="0" presId="urn:microsoft.com/office/officeart/2008/layout/LinedList"/>
    <dgm:cxn modelId="{0EDEECCB-D66D-48EC-B0DE-DF61F5A9F3A6}" type="presParOf" srcId="{233E9CB9-12BC-497C-9372-6C64A3A18547}" destId="{75943C52-2479-4307-85B2-974E83B71002}" srcOrd="0" destOrd="0" presId="urn:microsoft.com/office/officeart/2008/layout/LinedList"/>
    <dgm:cxn modelId="{D18637F8-E65D-4B9E-A0F2-C08BA97DC411}" type="presParOf" srcId="{233E9CB9-12BC-497C-9372-6C64A3A18547}" destId="{AC35B417-F740-43FC-B40F-5531EEDBDACF}" srcOrd="1" destOrd="0" presId="urn:microsoft.com/office/officeart/2008/layout/LinedList"/>
    <dgm:cxn modelId="{D0C972D1-B85C-43C3-A340-9ECA37CE0E67}" type="presParOf" srcId="{1F69775B-0182-4BA3-BEA8-BCE584D2DCF5}" destId="{CA027871-0561-46B8-A4DA-DE909F92CE4B}" srcOrd="6" destOrd="0" presId="urn:microsoft.com/office/officeart/2008/layout/LinedList"/>
    <dgm:cxn modelId="{53B8001B-9BF5-4AEE-AD86-771999CD2210}" type="presParOf" srcId="{1F69775B-0182-4BA3-BEA8-BCE584D2DCF5}" destId="{0440593B-E902-4C48-BA3C-97CA1337A8F5}" srcOrd="7" destOrd="0" presId="urn:microsoft.com/office/officeart/2008/layout/LinedList"/>
    <dgm:cxn modelId="{99399D78-1808-452C-B790-BD37513A5F47}" type="presParOf" srcId="{0440593B-E902-4C48-BA3C-97CA1337A8F5}" destId="{BE0462C7-5BC6-478E-AE6A-B2C347DA5E1A}" srcOrd="0" destOrd="0" presId="urn:microsoft.com/office/officeart/2008/layout/LinedList"/>
    <dgm:cxn modelId="{A18031AE-54C4-4076-89A7-28BA9085CA2C}" type="presParOf" srcId="{0440593B-E902-4C48-BA3C-97CA1337A8F5}" destId="{6CDAF0BE-4DA9-42F8-A982-CC458E2A74A0}" srcOrd="1" destOrd="0" presId="urn:microsoft.com/office/officeart/2008/layout/LinedList"/>
    <dgm:cxn modelId="{29F4EBF2-1AA7-470B-98AB-F2C76B249B04}" type="presParOf" srcId="{1F69775B-0182-4BA3-BEA8-BCE584D2DCF5}" destId="{D26614D0-01A1-4984-9333-8C41458840C5}" srcOrd="8" destOrd="0" presId="urn:microsoft.com/office/officeart/2008/layout/LinedList"/>
    <dgm:cxn modelId="{2B259294-6524-4301-A83D-0507C0692238}" type="presParOf" srcId="{1F69775B-0182-4BA3-BEA8-BCE584D2DCF5}" destId="{AEB2901C-3551-4284-A80F-AD26A7104B22}" srcOrd="9" destOrd="0" presId="urn:microsoft.com/office/officeart/2008/layout/LinedList"/>
    <dgm:cxn modelId="{6150C98B-A57E-4712-92B6-5AD6BBE69632}" type="presParOf" srcId="{AEB2901C-3551-4284-A80F-AD26A7104B22}" destId="{96D0A25B-9D16-4B20-8317-C2C533C8476F}" srcOrd="0" destOrd="0" presId="urn:microsoft.com/office/officeart/2008/layout/LinedList"/>
    <dgm:cxn modelId="{5AD41864-26B8-4AE4-83A7-7E42D4BD89C0}" type="presParOf" srcId="{AEB2901C-3551-4284-A80F-AD26A7104B22}" destId="{889D2FB4-36AC-4E8F-BF86-66CC88FDC283}" srcOrd="1" destOrd="0" presId="urn:microsoft.com/office/officeart/2008/layout/LinedList"/>
    <dgm:cxn modelId="{61597828-460B-4AC3-A85B-8B36D4A6EA4A}" type="presParOf" srcId="{1F69775B-0182-4BA3-BEA8-BCE584D2DCF5}" destId="{AB35A684-E581-4F3F-8FDA-16EC5BBA3A92}" srcOrd="10" destOrd="0" presId="urn:microsoft.com/office/officeart/2008/layout/LinedList"/>
    <dgm:cxn modelId="{B5631AF7-990B-4333-80DA-7E08B41A238A}" type="presParOf" srcId="{1F69775B-0182-4BA3-BEA8-BCE584D2DCF5}" destId="{357EBAF7-5298-4C31-B121-925C38E7F8C9}" srcOrd="11" destOrd="0" presId="urn:microsoft.com/office/officeart/2008/layout/LinedList"/>
    <dgm:cxn modelId="{F1D084F7-5F70-4306-9BE7-D37902662E76}" type="presParOf" srcId="{357EBAF7-5298-4C31-B121-925C38E7F8C9}" destId="{AC7EB350-425E-4078-B159-1C3720857CA0}" srcOrd="0" destOrd="0" presId="urn:microsoft.com/office/officeart/2008/layout/LinedList"/>
    <dgm:cxn modelId="{22370060-4874-4312-B80A-F451B1F2E09F}" type="presParOf" srcId="{357EBAF7-5298-4C31-B121-925C38E7F8C9}" destId="{C99DE46F-361E-4739-A01C-A052A9D41097}" srcOrd="1" destOrd="0" presId="urn:microsoft.com/office/officeart/2008/layout/LinedList"/>
    <dgm:cxn modelId="{BB46A6BC-976C-49AA-A6EF-41F19FCFAA4F}" type="presParOf" srcId="{1F69775B-0182-4BA3-BEA8-BCE584D2DCF5}" destId="{B2D47870-328B-4D09-8279-700826811595}" srcOrd="12" destOrd="0" presId="urn:microsoft.com/office/officeart/2008/layout/LinedList"/>
    <dgm:cxn modelId="{433D284C-93EB-466E-86C3-0C4D86DB1BC4}" type="presParOf" srcId="{1F69775B-0182-4BA3-BEA8-BCE584D2DCF5}" destId="{114E2B65-C3AE-457B-9CA8-65DB5691FF38}" srcOrd="13" destOrd="0" presId="urn:microsoft.com/office/officeart/2008/layout/LinedList"/>
    <dgm:cxn modelId="{F068A6FA-B711-44B2-8D99-D5F3C2D16ADE}" type="presParOf" srcId="{114E2B65-C3AE-457B-9CA8-65DB5691FF38}" destId="{7D7E39C6-4977-4946-B87B-A16DAA84838C}" srcOrd="0" destOrd="0" presId="urn:microsoft.com/office/officeart/2008/layout/LinedList"/>
    <dgm:cxn modelId="{EBB0D005-9E70-4BB6-A083-44A7CB196BF3}" type="presParOf" srcId="{114E2B65-C3AE-457B-9CA8-65DB5691FF38}" destId="{92CBAEE7-C4D2-46C1-97A1-B6AB86382FF9}" srcOrd="1" destOrd="0" presId="urn:microsoft.com/office/officeart/2008/layout/LinedList"/>
    <dgm:cxn modelId="{75CBE591-232D-4401-BFC9-C42880F0C359}" type="presParOf" srcId="{1F69775B-0182-4BA3-BEA8-BCE584D2DCF5}" destId="{BDC5C8CF-A3B5-48C2-8505-285736648F13}" srcOrd="14" destOrd="0" presId="urn:microsoft.com/office/officeart/2008/layout/LinedList"/>
    <dgm:cxn modelId="{F3911C53-A7E8-405A-BBB6-23858131D12D}" type="presParOf" srcId="{1F69775B-0182-4BA3-BEA8-BCE584D2DCF5}" destId="{E3E9671E-461D-4AAC-B4E5-E40AA8BB5D6D}" srcOrd="15" destOrd="0" presId="urn:microsoft.com/office/officeart/2008/layout/LinedList"/>
    <dgm:cxn modelId="{4A980B92-D1C1-45DE-9339-9E1387A95200}" type="presParOf" srcId="{E3E9671E-461D-4AAC-B4E5-E40AA8BB5D6D}" destId="{B81AF619-4D00-4D03-93A9-88A75336603E}" srcOrd="0" destOrd="0" presId="urn:microsoft.com/office/officeart/2008/layout/LinedList"/>
    <dgm:cxn modelId="{3A3DB21C-6B19-4544-A558-6B8B1C9B60E9}" type="presParOf" srcId="{E3E9671E-461D-4AAC-B4E5-E40AA8BB5D6D}" destId="{C7E111E3-70A5-48CD-A351-5D0E4205663C}" srcOrd="1" destOrd="0" presId="urn:microsoft.com/office/officeart/2008/layout/LinedList"/>
    <dgm:cxn modelId="{28127672-A237-41EB-B230-0B940C352622}" type="presParOf" srcId="{1F69775B-0182-4BA3-BEA8-BCE584D2DCF5}" destId="{214C7E42-6E6D-41B7-B84B-16FAB796F8A1}" srcOrd="16" destOrd="0" presId="urn:microsoft.com/office/officeart/2008/layout/LinedList"/>
    <dgm:cxn modelId="{11A00835-A48B-4D9D-B50A-4AD563AFDFDC}" type="presParOf" srcId="{1F69775B-0182-4BA3-BEA8-BCE584D2DCF5}" destId="{2C1CB534-2F38-48CD-BC5A-8CDAB646C7D6}" srcOrd="17" destOrd="0" presId="urn:microsoft.com/office/officeart/2008/layout/LinedList"/>
    <dgm:cxn modelId="{8E2433C6-DAF4-414D-AD3A-DB1EC37CACFA}" type="presParOf" srcId="{2C1CB534-2F38-48CD-BC5A-8CDAB646C7D6}" destId="{1FCBFBFC-5B08-40E8-99C8-EA68D0A89CDD}" srcOrd="0" destOrd="0" presId="urn:microsoft.com/office/officeart/2008/layout/LinedList"/>
    <dgm:cxn modelId="{7C95A813-1F1B-4B0E-9A15-197618C63162}" type="presParOf" srcId="{2C1CB534-2F38-48CD-BC5A-8CDAB646C7D6}" destId="{D0856270-03B0-4CE8-8ABE-F2D4C4578EB8}" srcOrd="1" destOrd="0" presId="urn:microsoft.com/office/officeart/2008/layout/LinedList"/>
    <dgm:cxn modelId="{F5459166-4E91-4B53-ABEF-85E68E41D1B1}" type="presParOf" srcId="{1F69775B-0182-4BA3-BEA8-BCE584D2DCF5}" destId="{A15946A8-FC1A-47D0-9164-E49C1FBDD99E}" srcOrd="18" destOrd="0" presId="urn:microsoft.com/office/officeart/2008/layout/LinedList"/>
    <dgm:cxn modelId="{758BBC5D-4788-4F4A-AB8D-FAD5BD220B24}" type="presParOf" srcId="{1F69775B-0182-4BA3-BEA8-BCE584D2DCF5}" destId="{050AC4AB-289C-4133-A6C4-4003B9BCFA47}" srcOrd="19" destOrd="0" presId="urn:microsoft.com/office/officeart/2008/layout/LinedList"/>
    <dgm:cxn modelId="{07A6992D-C236-48F3-B494-BE73BBAB851F}" type="presParOf" srcId="{050AC4AB-289C-4133-A6C4-4003B9BCFA47}" destId="{E4AEEADE-E5E1-4815-B15D-BAA03A6478DD}" srcOrd="0" destOrd="0" presId="urn:microsoft.com/office/officeart/2008/layout/LinedList"/>
    <dgm:cxn modelId="{DC02BB2A-14E0-4B2E-8BAE-9D59A2C82695}" type="presParOf" srcId="{050AC4AB-289C-4133-A6C4-4003B9BCFA47}" destId="{3019EE5F-A8B0-4060-B232-71BC8E16C4F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599903B-E6EC-420F-906F-6CF31A15EBB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68EDD25-FAD9-46F6-9E3B-2DEDB3EF2960}">
      <dgm:prSet/>
      <dgm:spPr/>
      <dgm:t>
        <a:bodyPr/>
        <a:lstStyle/>
        <a:p>
          <a:r>
            <a:rPr lang="en-US"/>
            <a:t>How the Safest Route Is Chosen</a:t>
          </a:r>
        </a:p>
      </dgm:t>
    </dgm:pt>
    <dgm:pt modelId="{F861B59C-285A-4288-9EC0-7FB29E59C3DE}" type="parTrans" cxnId="{4A19AD7E-0D2B-439C-A505-3294E613867A}">
      <dgm:prSet/>
      <dgm:spPr/>
      <dgm:t>
        <a:bodyPr/>
        <a:lstStyle/>
        <a:p>
          <a:endParaRPr lang="en-US"/>
        </a:p>
      </dgm:t>
    </dgm:pt>
    <dgm:pt modelId="{BD267D0D-6034-4B46-A838-6481661CACD8}" type="sibTrans" cxnId="{4A19AD7E-0D2B-439C-A505-3294E613867A}">
      <dgm:prSet/>
      <dgm:spPr/>
      <dgm:t>
        <a:bodyPr/>
        <a:lstStyle/>
        <a:p>
          <a:endParaRPr lang="en-US"/>
        </a:p>
      </dgm:t>
    </dgm:pt>
    <dgm:pt modelId="{10605BAC-8458-4ECA-BB7A-2828122A57CA}">
      <dgm:prSet/>
      <dgm:spPr/>
      <dgm:t>
        <a:bodyPr/>
        <a:lstStyle/>
        <a:p>
          <a:r>
            <a:rPr lang="en-US"/>
            <a:t>The Route Agent fetches multiple candidate routes and scores each using a composite formula:</a:t>
          </a:r>
        </a:p>
      </dgm:t>
    </dgm:pt>
    <dgm:pt modelId="{35D853E0-6FA6-4E51-B9BC-32AD791782FD}" type="parTrans" cxnId="{2F1BA7B5-106D-456C-94D4-1C39C64E8E45}">
      <dgm:prSet/>
      <dgm:spPr/>
      <dgm:t>
        <a:bodyPr/>
        <a:lstStyle/>
        <a:p>
          <a:endParaRPr lang="en-US"/>
        </a:p>
      </dgm:t>
    </dgm:pt>
    <dgm:pt modelId="{BB5BE082-5DFC-45BD-AB70-93A76A6CD683}" type="sibTrans" cxnId="{2F1BA7B5-106D-456C-94D4-1C39C64E8E45}">
      <dgm:prSet/>
      <dgm:spPr/>
      <dgm:t>
        <a:bodyPr/>
        <a:lstStyle/>
        <a:p>
          <a:endParaRPr lang="en-US"/>
        </a:p>
      </dgm:t>
    </dgm:pt>
    <dgm:pt modelId="{5774DAE7-7032-41A0-B1AC-09A7C01408FE}">
      <dgm:prSet/>
      <dgm:spPr/>
      <dgm:t>
        <a:bodyPr/>
        <a:lstStyle/>
        <a:p>
          <a:r>
            <a:rPr lang="en-US" b="1"/>
            <a:t>Score = Risk Weight × Risk Score + Distance Weight × Distance Score</a:t>
          </a:r>
          <a:endParaRPr lang="en-US"/>
        </a:p>
      </dgm:t>
    </dgm:pt>
    <dgm:pt modelId="{F980D1D8-974E-4CC9-8DD1-6F5A9A4089A7}" type="parTrans" cxnId="{16337791-4890-43E5-9AAE-66A55F4BFF5B}">
      <dgm:prSet/>
      <dgm:spPr/>
      <dgm:t>
        <a:bodyPr/>
        <a:lstStyle/>
        <a:p>
          <a:endParaRPr lang="en-US"/>
        </a:p>
      </dgm:t>
    </dgm:pt>
    <dgm:pt modelId="{9FD24C00-3927-4A20-9FE9-2F80BEFD6556}" type="sibTrans" cxnId="{16337791-4890-43E5-9AAE-66A55F4BFF5B}">
      <dgm:prSet/>
      <dgm:spPr/>
      <dgm:t>
        <a:bodyPr/>
        <a:lstStyle/>
        <a:p>
          <a:endParaRPr lang="en-US"/>
        </a:p>
      </dgm:t>
    </dgm:pt>
    <dgm:pt modelId="{DC7E73A6-5FF7-440E-90C0-45EEF0F03697}" type="pres">
      <dgm:prSet presAssocID="{2599903B-E6EC-420F-906F-6CF31A15EBB5}" presName="linear" presStyleCnt="0">
        <dgm:presLayoutVars>
          <dgm:animLvl val="lvl"/>
          <dgm:resizeHandles val="exact"/>
        </dgm:presLayoutVars>
      </dgm:prSet>
      <dgm:spPr/>
    </dgm:pt>
    <dgm:pt modelId="{E25577F0-F007-48B9-BFA9-B375A94084D4}" type="pres">
      <dgm:prSet presAssocID="{F68EDD25-FAD9-46F6-9E3B-2DEDB3EF296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B12FCE0-E83F-41E6-81B4-86C1AF9B6CC1}" type="pres">
      <dgm:prSet presAssocID="{BD267D0D-6034-4B46-A838-6481661CACD8}" presName="spacer" presStyleCnt="0"/>
      <dgm:spPr/>
    </dgm:pt>
    <dgm:pt modelId="{2472A41E-1F29-42E7-9A72-3B470C7ED69B}" type="pres">
      <dgm:prSet presAssocID="{10605BAC-8458-4ECA-BB7A-2828122A57C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7555433-2E14-480B-B57B-4C2E0696165B}" type="pres">
      <dgm:prSet presAssocID="{BB5BE082-5DFC-45BD-AB70-93A76A6CD683}" presName="spacer" presStyleCnt="0"/>
      <dgm:spPr/>
    </dgm:pt>
    <dgm:pt modelId="{C6810A96-34B5-4CCF-97D9-A60058C41F19}" type="pres">
      <dgm:prSet presAssocID="{5774DAE7-7032-41A0-B1AC-09A7C01408F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FAB2326-44DC-4F70-92EA-83379CF87D92}" type="presOf" srcId="{F68EDD25-FAD9-46F6-9E3B-2DEDB3EF2960}" destId="{E25577F0-F007-48B9-BFA9-B375A94084D4}" srcOrd="0" destOrd="0" presId="urn:microsoft.com/office/officeart/2005/8/layout/vList2"/>
    <dgm:cxn modelId="{902A7B29-51E8-48AD-A08A-402D480DF4F4}" type="presOf" srcId="{5774DAE7-7032-41A0-B1AC-09A7C01408FE}" destId="{C6810A96-34B5-4CCF-97D9-A60058C41F19}" srcOrd="0" destOrd="0" presId="urn:microsoft.com/office/officeart/2005/8/layout/vList2"/>
    <dgm:cxn modelId="{4A19AD7E-0D2B-439C-A505-3294E613867A}" srcId="{2599903B-E6EC-420F-906F-6CF31A15EBB5}" destId="{F68EDD25-FAD9-46F6-9E3B-2DEDB3EF2960}" srcOrd="0" destOrd="0" parTransId="{F861B59C-285A-4288-9EC0-7FB29E59C3DE}" sibTransId="{BD267D0D-6034-4B46-A838-6481661CACD8}"/>
    <dgm:cxn modelId="{16337791-4890-43E5-9AAE-66A55F4BFF5B}" srcId="{2599903B-E6EC-420F-906F-6CF31A15EBB5}" destId="{5774DAE7-7032-41A0-B1AC-09A7C01408FE}" srcOrd="2" destOrd="0" parTransId="{F980D1D8-974E-4CC9-8DD1-6F5A9A4089A7}" sibTransId="{9FD24C00-3927-4A20-9FE9-2F80BEFD6556}"/>
    <dgm:cxn modelId="{2F1BA7B5-106D-456C-94D4-1C39C64E8E45}" srcId="{2599903B-E6EC-420F-906F-6CF31A15EBB5}" destId="{10605BAC-8458-4ECA-BB7A-2828122A57CA}" srcOrd="1" destOrd="0" parTransId="{35D853E0-6FA6-4E51-B9BC-32AD791782FD}" sibTransId="{BB5BE082-5DFC-45BD-AB70-93A76A6CD683}"/>
    <dgm:cxn modelId="{4A7B40BE-529C-4998-B905-C235330694B6}" type="presOf" srcId="{10605BAC-8458-4ECA-BB7A-2828122A57CA}" destId="{2472A41E-1F29-42E7-9A72-3B470C7ED69B}" srcOrd="0" destOrd="0" presId="urn:microsoft.com/office/officeart/2005/8/layout/vList2"/>
    <dgm:cxn modelId="{5F5CF6C4-A47E-4E3D-93EF-3814CE3E33B6}" type="presOf" srcId="{2599903B-E6EC-420F-906F-6CF31A15EBB5}" destId="{DC7E73A6-5FF7-440E-90C0-45EEF0F03697}" srcOrd="0" destOrd="0" presId="urn:microsoft.com/office/officeart/2005/8/layout/vList2"/>
    <dgm:cxn modelId="{6C9101FD-C2BC-4A2F-A72B-0CAD06AAEB75}" type="presParOf" srcId="{DC7E73A6-5FF7-440E-90C0-45EEF0F03697}" destId="{E25577F0-F007-48B9-BFA9-B375A94084D4}" srcOrd="0" destOrd="0" presId="urn:microsoft.com/office/officeart/2005/8/layout/vList2"/>
    <dgm:cxn modelId="{E248A503-B03A-4D0C-A813-3998876BBB38}" type="presParOf" srcId="{DC7E73A6-5FF7-440E-90C0-45EEF0F03697}" destId="{6B12FCE0-E83F-41E6-81B4-86C1AF9B6CC1}" srcOrd="1" destOrd="0" presId="urn:microsoft.com/office/officeart/2005/8/layout/vList2"/>
    <dgm:cxn modelId="{0EA2F97B-69D8-4992-A85A-E50D005D8B2A}" type="presParOf" srcId="{DC7E73A6-5FF7-440E-90C0-45EEF0F03697}" destId="{2472A41E-1F29-42E7-9A72-3B470C7ED69B}" srcOrd="2" destOrd="0" presId="urn:microsoft.com/office/officeart/2005/8/layout/vList2"/>
    <dgm:cxn modelId="{ECE82ECC-E9F2-46E3-A8EB-A7F380EB8A91}" type="presParOf" srcId="{DC7E73A6-5FF7-440E-90C0-45EEF0F03697}" destId="{57555433-2E14-480B-B57B-4C2E0696165B}" srcOrd="3" destOrd="0" presId="urn:microsoft.com/office/officeart/2005/8/layout/vList2"/>
    <dgm:cxn modelId="{EC9F02B1-B722-4359-BF07-E23E774D4C8C}" type="presParOf" srcId="{DC7E73A6-5FF7-440E-90C0-45EEF0F03697}" destId="{C6810A96-34B5-4CCF-97D9-A60058C41F1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2F41AE8-A821-435A-85A0-E44161739E0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8188C54-0C48-4674-91E6-83E786C777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Technology Stack</a:t>
          </a:r>
          <a:endParaRPr lang="en-US"/>
        </a:p>
      </dgm:t>
    </dgm:pt>
    <dgm:pt modelId="{9EE160C2-7F55-42F9-BAFD-0AD86A0CABD3}" type="parTrans" cxnId="{99D6EEBD-F741-4F1C-A637-BBB97159433A}">
      <dgm:prSet/>
      <dgm:spPr/>
      <dgm:t>
        <a:bodyPr/>
        <a:lstStyle/>
        <a:p>
          <a:endParaRPr lang="en-US"/>
        </a:p>
      </dgm:t>
    </dgm:pt>
    <dgm:pt modelId="{C059011E-D904-43BD-BB8D-05C3D3D77C9B}" type="sibTrans" cxnId="{99D6EEBD-F741-4F1C-A637-BBB97159433A}">
      <dgm:prSet/>
      <dgm:spPr/>
      <dgm:t>
        <a:bodyPr/>
        <a:lstStyle/>
        <a:p>
          <a:endParaRPr lang="en-US"/>
        </a:p>
      </dgm:t>
    </dgm:pt>
    <dgm:pt modelId="{8F84B5AD-2810-433F-9CA2-1AC736E21B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01. Flask</a:t>
          </a:r>
          <a:endParaRPr lang="en-US"/>
        </a:p>
      </dgm:t>
    </dgm:pt>
    <dgm:pt modelId="{717AAC84-7BAB-46AA-81BC-E5EEAB775AD8}" type="parTrans" cxnId="{8C74A3C1-D443-4F9B-9ACC-FFA11AE1FB19}">
      <dgm:prSet/>
      <dgm:spPr/>
      <dgm:t>
        <a:bodyPr/>
        <a:lstStyle/>
        <a:p>
          <a:endParaRPr lang="en-US"/>
        </a:p>
      </dgm:t>
    </dgm:pt>
    <dgm:pt modelId="{A706894A-4CDC-47F7-8CD8-28529C5517A8}" type="sibTrans" cxnId="{8C74A3C1-D443-4F9B-9ACC-FFA11AE1FB19}">
      <dgm:prSet/>
      <dgm:spPr/>
      <dgm:t>
        <a:bodyPr/>
        <a:lstStyle/>
        <a:p>
          <a:endParaRPr lang="en-US"/>
        </a:p>
      </dgm:t>
    </dgm:pt>
    <dgm:pt modelId="{77BF6B5A-3F61-4F50-B53B-DAAB9B4F97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Lightweight Python backend orchestrating all API logic </a:t>
          </a:r>
        </a:p>
      </dgm:t>
    </dgm:pt>
    <dgm:pt modelId="{BEEB599F-FBE8-4ED5-AE34-EB6E01C7BF32}" type="parTrans" cxnId="{CF8C0742-7B14-47C6-9D09-956812F3673A}">
      <dgm:prSet/>
      <dgm:spPr/>
      <dgm:t>
        <a:bodyPr/>
        <a:lstStyle/>
        <a:p>
          <a:endParaRPr lang="en-US"/>
        </a:p>
      </dgm:t>
    </dgm:pt>
    <dgm:pt modelId="{D9500D18-5432-4C95-BC76-495E0A017B8F}" type="sibTrans" cxnId="{CF8C0742-7B14-47C6-9D09-956812F3673A}">
      <dgm:prSet/>
      <dgm:spPr/>
      <dgm:t>
        <a:bodyPr/>
        <a:lstStyle/>
        <a:p>
          <a:endParaRPr lang="en-US"/>
        </a:p>
      </dgm:t>
    </dgm:pt>
    <dgm:pt modelId="{9D4E1E0E-0AF4-4F3E-BD19-209CFE8561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02. SQLite</a:t>
          </a:r>
          <a:endParaRPr lang="en-US"/>
        </a:p>
      </dgm:t>
    </dgm:pt>
    <dgm:pt modelId="{CB34A12B-4A50-4EC7-83D1-C8C7B1A45060}" type="parTrans" cxnId="{6D3875F2-443B-4469-BD82-7EDFA7D2A7CF}">
      <dgm:prSet/>
      <dgm:spPr/>
      <dgm:t>
        <a:bodyPr/>
        <a:lstStyle/>
        <a:p>
          <a:endParaRPr lang="en-US"/>
        </a:p>
      </dgm:t>
    </dgm:pt>
    <dgm:pt modelId="{C6AD201C-6122-463E-B2E7-DFBB07C3746C}" type="sibTrans" cxnId="{6D3875F2-443B-4469-BD82-7EDFA7D2A7CF}">
      <dgm:prSet/>
      <dgm:spPr/>
      <dgm:t>
        <a:bodyPr/>
        <a:lstStyle/>
        <a:p>
          <a:endParaRPr lang="en-US"/>
        </a:p>
      </dgm:t>
    </dgm:pt>
    <dgm:pt modelId="{6B63C5FB-70F7-4D32-B8E4-42A31A5088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Persistent storage for risk data, alerts, and user reports </a:t>
          </a:r>
        </a:p>
      </dgm:t>
    </dgm:pt>
    <dgm:pt modelId="{4EB59BCD-7E9B-4D73-A22F-73C064010EDB}" type="parTrans" cxnId="{94657BBA-ED9F-4048-8EB4-9DB60ADCFD7A}">
      <dgm:prSet/>
      <dgm:spPr/>
      <dgm:t>
        <a:bodyPr/>
        <a:lstStyle/>
        <a:p>
          <a:endParaRPr lang="en-US"/>
        </a:p>
      </dgm:t>
    </dgm:pt>
    <dgm:pt modelId="{CE783C4C-0D0F-4537-8DB8-156B3F339ED0}" type="sibTrans" cxnId="{94657BBA-ED9F-4048-8EB4-9DB60ADCFD7A}">
      <dgm:prSet/>
      <dgm:spPr/>
      <dgm:t>
        <a:bodyPr/>
        <a:lstStyle/>
        <a:p>
          <a:endParaRPr lang="en-US"/>
        </a:p>
      </dgm:t>
    </dgm:pt>
    <dgm:pt modelId="{8F342127-ABC5-4ADE-A5A8-2BEB4276E1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03. Google Maps API</a:t>
          </a:r>
          <a:endParaRPr lang="en-US"/>
        </a:p>
      </dgm:t>
    </dgm:pt>
    <dgm:pt modelId="{C5449089-A0A2-47F0-A3BE-9C2FDE9CE20F}" type="parTrans" cxnId="{F9946432-E42F-420D-913A-4201AEC511DD}">
      <dgm:prSet/>
      <dgm:spPr/>
      <dgm:t>
        <a:bodyPr/>
        <a:lstStyle/>
        <a:p>
          <a:endParaRPr lang="en-US"/>
        </a:p>
      </dgm:t>
    </dgm:pt>
    <dgm:pt modelId="{4BE9B6EC-E4DF-4E48-BDF6-4CC057C6A804}" type="sibTrans" cxnId="{F9946432-E42F-420D-913A-4201AEC511DD}">
      <dgm:prSet/>
      <dgm:spPr/>
      <dgm:t>
        <a:bodyPr/>
        <a:lstStyle/>
        <a:p>
          <a:endParaRPr lang="en-US"/>
        </a:p>
      </dgm:t>
    </dgm:pt>
    <dgm:pt modelId="{8AE7F4CA-F7F9-4D1D-A2AA-AD68899BC8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Route fetching, geocoding, and map rendering</a:t>
          </a:r>
        </a:p>
      </dgm:t>
    </dgm:pt>
    <dgm:pt modelId="{3BA59CCE-5A80-4E89-B817-40E29E595A63}" type="parTrans" cxnId="{1CCA01AD-1591-4A83-9CA8-BBD039B94BC5}">
      <dgm:prSet/>
      <dgm:spPr/>
      <dgm:t>
        <a:bodyPr/>
        <a:lstStyle/>
        <a:p>
          <a:endParaRPr lang="en-US"/>
        </a:p>
      </dgm:t>
    </dgm:pt>
    <dgm:pt modelId="{F1049E0B-72D4-4ACA-8CA8-2A543F11EA37}" type="sibTrans" cxnId="{1CCA01AD-1591-4A83-9CA8-BBD039B94BC5}">
      <dgm:prSet/>
      <dgm:spPr/>
      <dgm:t>
        <a:bodyPr/>
        <a:lstStyle/>
        <a:p>
          <a:endParaRPr lang="en-US"/>
        </a:p>
      </dgm:t>
    </dgm:pt>
    <dgm:pt modelId="{E97C510F-5C96-4552-A327-DF0B1B68EB1D}" type="pres">
      <dgm:prSet presAssocID="{62F41AE8-A821-435A-85A0-E44161739E06}" presName="root" presStyleCnt="0">
        <dgm:presLayoutVars>
          <dgm:dir/>
          <dgm:resizeHandles val="exact"/>
        </dgm:presLayoutVars>
      </dgm:prSet>
      <dgm:spPr/>
    </dgm:pt>
    <dgm:pt modelId="{882BEE11-C347-4C28-A4B4-DACFD67B998C}" type="pres">
      <dgm:prSet presAssocID="{48188C54-0C48-4674-91E6-83E786C777F5}" presName="compNode" presStyleCnt="0"/>
      <dgm:spPr/>
    </dgm:pt>
    <dgm:pt modelId="{F1926E2A-846B-487E-A1CB-BB204C3EA47F}" type="pres">
      <dgm:prSet presAssocID="{48188C54-0C48-4674-91E6-83E786C777F5}" presName="bgRect" presStyleLbl="bgShp" presStyleIdx="0" presStyleCnt="7"/>
      <dgm:spPr/>
    </dgm:pt>
    <dgm:pt modelId="{98BAF906-9464-4232-88DD-65DA143E6B10}" type="pres">
      <dgm:prSet presAssocID="{48188C54-0C48-4674-91E6-83E786C777F5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E296A2D-D2A9-4371-B4F9-567EF5D4D03F}" type="pres">
      <dgm:prSet presAssocID="{48188C54-0C48-4674-91E6-83E786C777F5}" presName="spaceRect" presStyleCnt="0"/>
      <dgm:spPr/>
    </dgm:pt>
    <dgm:pt modelId="{7CC8EDDB-9E6A-47B2-B02D-60C27577DAA1}" type="pres">
      <dgm:prSet presAssocID="{48188C54-0C48-4674-91E6-83E786C777F5}" presName="parTx" presStyleLbl="revTx" presStyleIdx="0" presStyleCnt="7">
        <dgm:presLayoutVars>
          <dgm:chMax val="0"/>
          <dgm:chPref val="0"/>
        </dgm:presLayoutVars>
      </dgm:prSet>
      <dgm:spPr/>
    </dgm:pt>
    <dgm:pt modelId="{1DDBE9AE-850B-4ECA-B377-B93D5051192C}" type="pres">
      <dgm:prSet presAssocID="{C059011E-D904-43BD-BB8D-05C3D3D77C9B}" presName="sibTrans" presStyleCnt="0"/>
      <dgm:spPr/>
    </dgm:pt>
    <dgm:pt modelId="{3056BCF9-95ED-4805-B906-FC8A471E8975}" type="pres">
      <dgm:prSet presAssocID="{8F84B5AD-2810-433F-9CA2-1AC736E21B25}" presName="compNode" presStyleCnt="0"/>
      <dgm:spPr/>
    </dgm:pt>
    <dgm:pt modelId="{AB9D92E7-4641-49D2-B2C3-59F3E435B584}" type="pres">
      <dgm:prSet presAssocID="{8F84B5AD-2810-433F-9CA2-1AC736E21B25}" presName="bgRect" presStyleLbl="bgShp" presStyleIdx="1" presStyleCnt="7"/>
      <dgm:spPr/>
    </dgm:pt>
    <dgm:pt modelId="{6CEB9B04-8700-4821-B95F-86580D667FCC}" type="pres">
      <dgm:prSet presAssocID="{8F84B5AD-2810-433F-9CA2-1AC736E21B25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CF80C8DF-7BF3-479F-A84F-C39C755F7B2A}" type="pres">
      <dgm:prSet presAssocID="{8F84B5AD-2810-433F-9CA2-1AC736E21B25}" presName="spaceRect" presStyleCnt="0"/>
      <dgm:spPr/>
    </dgm:pt>
    <dgm:pt modelId="{B2E12C8C-1F47-4C15-AD13-8F9A645B7E6C}" type="pres">
      <dgm:prSet presAssocID="{8F84B5AD-2810-433F-9CA2-1AC736E21B25}" presName="parTx" presStyleLbl="revTx" presStyleIdx="1" presStyleCnt="7">
        <dgm:presLayoutVars>
          <dgm:chMax val="0"/>
          <dgm:chPref val="0"/>
        </dgm:presLayoutVars>
      </dgm:prSet>
      <dgm:spPr/>
    </dgm:pt>
    <dgm:pt modelId="{828F8C1E-575C-49D3-9A23-4D25C4608664}" type="pres">
      <dgm:prSet presAssocID="{A706894A-4CDC-47F7-8CD8-28529C5517A8}" presName="sibTrans" presStyleCnt="0"/>
      <dgm:spPr/>
    </dgm:pt>
    <dgm:pt modelId="{37977D0B-1BF5-4A77-90C2-6F786426C9E0}" type="pres">
      <dgm:prSet presAssocID="{77BF6B5A-3F61-4F50-B53B-DAAB9B4F97ED}" presName="compNode" presStyleCnt="0"/>
      <dgm:spPr/>
    </dgm:pt>
    <dgm:pt modelId="{7B7D523D-9822-486A-AF4E-8CFAE4BF7D73}" type="pres">
      <dgm:prSet presAssocID="{77BF6B5A-3F61-4F50-B53B-DAAB9B4F97ED}" presName="bgRect" presStyleLbl="bgShp" presStyleIdx="2" presStyleCnt="7"/>
      <dgm:spPr/>
    </dgm:pt>
    <dgm:pt modelId="{B9E06875-958B-42D2-A2F6-00F4D34C89A6}" type="pres">
      <dgm:prSet presAssocID="{77BF6B5A-3F61-4F50-B53B-DAAB9B4F97ED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CB2F0EB-AAEB-4EE6-AE25-07147BEC92FB}" type="pres">
      <dgm:prSet presAssocID="{77BF6B5A-3F61-4F50-B53B-DAAB9B4F97ED}" presName="spaceRect" presStyleCnt="0"/>
      <dgm:spPr/>
    </dgm:pt>
    <dgm:pt modelId="{83A4DA05-8B0D-43BA-82FC-0A998FA03110}" type="pres">
      <dgm:prSet presAssocID="{77BF6B5A-3F61-4F50-B53B-DAAB9B4F97ED}" presName="parTx" presStyleLbl="revTx" presStyleIdx="2" presStyleCnt="7">
        <dgm:presLayoutVars>
          <dgm:chMax val="0"/>
          <dgm:chPref val="0"/>
        </dgm:presLayoutVars>
      </dgm:prSet>
      <dgm:spPr/>
    </dgm:pt>
    <dgm:pt modelId="{2AA045BE-B740-4422-8E61-FF3D18D24FB4}" type="pres">
      <dgm:prSet presAssocID="{D9500D18-5432-4C95-BC76-495E0A017B8F}" presName="sibTrans" presStyleCnt="0"/>
      <dgm:spPr/>
    </dgm:pt>
    <dgm:pt modelId="{DA85059B-1EF6-4368-A5B7-85C4BCD7666E}" type="pres">
      <dgm:prSet presAssocID="{9D4E1E0E-0AF4-4F3E-BD19-209CFE85614D}" presName="compNode" presStyleCnt="0"/>
      <dgm:spPr/>
    </dgm:pt>
    <dgm:pt modelId="{EF20A1B7-6C06-432D-BBCF-3C7B61047F57}" type="pres">
      <dgm:prSet presAssocID="{9D4E1E0E-0AF4-4F3E-BD19-209CFE85614D}" presName="bgRect" presStyleLbl="bgShp" presStyleIdx="3" presStyleCnt="7"/>
      <dgm:spPr/>
    </dgm:pt>
    <dgm:pt modelId="{0B4AB0FD-D92B-4737-BA62-D2745A2E7C3F}" type="pres">
      <dgm:prSet presAssocID="{9D4E1E0E-0AF4-4F3E-BD19-209CFE85614D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0728612D-8534-40AC-8938-D10B97E3F358}" type="pres">
      <dgm:prSet presAssocID="{9D4E1E0E-0AF4-4F3E-BD19-209CFE85614D}" presName="spaceRect" presStyleCnt="0"/>
      <dgm:spPr/>
    </dgm:pt>
    <dgm:pt modelId="{F04674EC-A451-4F88-BD56-C52B6C0823BB}" type="pres">
      <dgm:prSet presAssocID="{9D4E1E0E-0AF4-4F3E-BD19-209CFE85614D}" presName="parTx" presStyleLbl="revTx" presStyleIdx="3" presStyleCnt="7">
        <dgm:presLayoutVars>
          <dgm:chMax val="0"/>
          <dgm:chPref val="0"/>
        </dgm:presLayoutVars>
      </dgm:prSet>
      <dgm:spPr/>
    </dgm:pt>
    <dgm:pt modelId="{93D843EC-A6BF-4ACC-9494-3981EC3E5589}" type="pres">
      <dgm:prSet presAssocID="{C6AD201C-6122-463E-B2E7-DFBB07C3746C}" presName="sibTrans" presStyleCnt="0"/>
      <dgm:spPr/>
    </dgm:pt>
    <dgm:pt modelId="{BAE08AE8-213C-41AD-9F80-3EE5FB6575D9}" type="pres">
      <dgm:prSet presAssocID="{6B63C5FB-70F7-4D32-B8E4-42A31A5088F9}" presName="compNode" presStyleCnt="0"/>
      <dgm:spPr/>
    </dgm:pt>
    <dgm:pt modelId="{6321A448-ECDD-4B2E-A3EE-A2C8F233731B}" type="pres">
      <dgm:prSet presAssocID="{6B63C5FB-70F7-4D32-B8E4-42A31A5088F9}" presName="bgRect" presStyleLbl="bgShp" presStyleIdx="4" presStyleCnt="7"/>
      <dgm:spPr/>
    </dgm:pt>
    <dgm:pt modelId="{F90AA8CA-A671-4919-9498-9926B63E7747}" type="pres">
      <dgm:prSet presAssocID="{6B63C5FB-70F7-4D32-B8E4-42A31A5088F9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xplosion"/>
        </a:ext>
      </dgm:extLst>
    </dgm:pt>
    <dgm:pt modelId="{56C668B6-0B2C-404C-9449-FFF932C891BD}" type="pres">
      <dgm:prSet presAssocID="{6B63C5FB-70F7-4D32-B8E4-42A31A5088F9}" presName="spaceRect" presStyleCnt="0"/>
      <dgm:spPr/>
    </dgm:pt>
    <dgm:pt modelId="{F0534ABD-CD47-479B-BA6E-398DD0A3296E}" type="pres">
      <dgm:prSet presAssocID="{6B63C5FB-70F7-4D32-B8E4-42A31A5088F9}" presName="parTx" presStyleLbl="revTx" presStyleIdx="4" presStyleCnt="7">
        <dgm:presLayoutVars>
          <dgm:chMax val="0"/>
          <dgm:chPref val="0"/>
        </dgm:presLayoutVars>
      </dgm:prSet>
      <dgm:spPr/>
    </dgm:pt>
    <dgm:pt modelId="{B9A06938-65BB-4956-AF38-D5441F2AD129}" type="pres">
      <dgm:prSet presAssocID="{CE783C4C-0D0F-4537-8DB8-156B3F339ED0}" presName="sibTrans" presStyleCnt="0"/>
      <dgm:spPr/>
    </dgm:pt>
    <dgm:pt modelId="{4C0232E9-FC93-49C4-B111-419D40C96882}" type="pres">
      <dgm:prSet presAssocID="{8F342127-ABC5-4ADE-A5A8-2BEB4276E18F}" presName="compNode" presStyleCnt="0"/>
      <dgm:spPr/>
    </dgm:pt>
    <dgm:pt modelId="{252EDDC9-D693-4AE4-A75C-4D417E7D45C2}" type="pres">
      <dgm:prSet presAssocID="{8F342127-ABC5-4ADE-A5A8-2BEB4276E18F}" presName="bgRect" presStyleLbl="bgShp" presStyleIdx="5" presStyleCnt="7"/>
      <dgm:spPr/>
    </dgm:pt>
    <dgm:pt modelId="{A219222B-0F72-48EE-B57D-CAA5ADB93000}" type="pres">
      <dgm:prSet presAssocID="{8F342127-ABC5-4ADE-A5A8-2BEB4276E18F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068DB39C-3919-4D31-A72C-D2C0E90A2E5E}" type="pres">
      <dgm:prSet presAssocID="{8F342127-ABC5-4ADE-A5A8-2BEB4276E18F}" presName="spaceRect" presStyleCnt="0"/>
      <dgm:spPr/>
    </dgm:pt>
    <dgm:pt modelId="{1AD822F2-3F78-4B46-AC23-74BE0C1D8A03}" type="pres">
      <dgm:prSet presAssocID="{8F342127-ABC5-4ADE-A5A8-2BEB4276E18F}" presName="parTx" presStyleLbl="revTx" presStyleIdx="5" presStyleCnt="7">
        <dgm:presLayoutVars>
          <dgm:chMax val="0"/>
          <dgm:chPref val="0"/>
        </dgm:presLayoutVars>
      </dgm:prSet>
      <dgm:spPr/>
    </dgm:pt>
    <dgm:pt modelId="{EA2AE990-B1EA-42B0-A188-4E6D3909ED3A}" type="pres">
      <dgm:prSet presAssocID="{4BE9B6EC-E4DF-4E48-BDF6-4CC057C6A804}" presName="sibTrans" presStyleCnt="0"/>
      <dgm:spPr/>
    </dgm:pt>
    <dgm:pt modelId="{3225D30B-6255-4587-8FBD-FE141723E20B}" type="pres">
      <dgm:prSet presAssocID="{8AE7F4CA-F7F9-4D1D-A2AA-AD68899BC882}" presName="compNode" presStyleCnt="0"/>
      <dgm:spPr/>
    </dgm:pt>
    <dgm:pt modelId="{3F2E053B-2726-434C-BAC8-380927390945}" type="pres">
      <dgm:prSet presAssocID="{8AE7F4CA-F7F9-4D1D-A2AA-AD68899BC882}" presName="bgRect" presStyleLbl="bgShp" presStyleIdx="6" presStyleCnt="7"/>
      <dgm:spPr/>
    </dgm:pt>
    <dgm:pt modelId="{1B9D695A-8EF2-4E8E-9876-D5312C684E53}" type="pres">
      <dgm:prSet presAssocID="{8AE7F4CA-F7F9-4D1D-A2AA-AD68899BC882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C467726A-BB1B-49F0-A3FC-B5E0D210FFB1}" type="pres">
      <dgm:prSet presAssocID="{8AE7F4CA-F7F9-4D1D-A2AA-AD68899BC882}" presName="spaceRect" presStyleCnt="0"/>
      <dgm:spPr/>
    </dgm:pt>
    <dgm:pt modelId="{5A3CDDA5-AE0A-468F-83DE-5F2F5F471850}" type="pres">
      <dgm:prSet presAssocID="{8AE7F4CA-F7F9-4D1D-A2AA-AD68899BC882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E318C21A-3124-4660-B9E6-1EC699EBEA0B}" type="presOf" srcId="{9D4E1E0E-0AF4-4F3E-BD19-209CFE85614D}" destId="{F04674EC-A451-4F88-BD56-C52B6C0823BB}" srcOrd="0" destOrd="0" presId="urn:microsoft.com/office/officeart/2018/2/layout/IconVerticalSolidList"/>
    <dgm:cxn modelId="{F9946432-E42F-420D-913A-4201AEC511DD}" srcId="{62F41AE8-A821-435A-85A0-E44161739E06}" destId="{8F342127-ABC5-4ADE-A5A8-2BEB4276E18F}" srcOrd="5" destOrd="0" parTransId="{C5449089-A0A2-47F0-A3BE-9C2FDE9CE20F}" sibTransId="{4BE9B6EC-E4DF-4E48-BDF6-4CC057C6A804}"/>
    <dgm:cxn modelId="{13CC353C-515C-4B6A-AA13-EE240743FC07}" type="presOf" srcId="{62F41AE8-A821-435A-85A0-E44161739E06}" destId="{E97C510F-5C96-4552-A327-DF0B1B68EB1D}" srcOrd="0" destOrd="0" presId="urn:microsoft.com/office/officeart/2018/2/layout/IconVerticalSolidList"/>
    <dgm:cxn modelId="{82E86D41-ADDC-48D1-A0C9-986CB9B9EFC3}" type="presOf" srcId="{8F342127-ABC5-4ADE-A5A8-2BEB4276E18F}" destId="{1AD822F2-3F78-4B46-AC23-74BE0C1D8A03}" srcOrd="0" destOrd="0" presId="urn:microsoft.com/office/officeart/2018/2/layout/IconVerticalSolidList"/>
    <dgm:cxn modelId="{CF8C0742-7B14-47C6-9D09-956812F3673A}" srcId="{62F41AE8-A821-435A-85A0-E44161739E06}" destId="{77BF6B5A-3F61-4F50-B53B-DAAB9B4F97ED}" srcOrd="2" destOrd="0" parTransId="{BEEB599F-FBE8-4ED5-AE34-EB6E01C7BF32}" sibTransId="{D9500D18-5432-4C95-BC76-495E0A017B8F}"/>
    <dgm:cxn modelId="{39845858-9B9D-433C-B85D-3E29FCD4F621}" type="presOf" srcId="{77BF6B5A-3F61-4F50-B53B-DAAB9B4F97ED}" destId="{83A4DA05-8B0D-43BA-82FC-0A998FA03110}" srcOrd="0" destOrd="0" presId="urn:microsoft.com/office/officeart/2018/2/layout/IconVerticalSolidList"/>
    <dgm:cxn modelId="{2ADFB280-5570-4DC1-AE6E-45ADB88D61BA}" type="presOf" srcId="{8F84B5AD-2810-433F-9CA2-1AC736E21B25}" destId="{B2E12C8C-1F47-4C15-AD13-8F9A645B7E6C}" srcOrd="0" destOrd="0" presId="urn:microsoft.com/office/officeart/2018/2/layout/IconVerticalSolidList"/>
    <dgm:cxn modelId="{AFB67783-46B7-4967-9DBD-FD56A195D6EC}" type="presOf" srcId="{6B63C5FB-70F7-4D32-B8E4-42A31A5088F9}" destId="{F0534ABD-CD47-479B-BA6E-398DD0A3296E}" srcOrd="0" destOrd="0" presId="urn:microsoft.com/office/officeart/2018/2/layout/IconVerticalSolidList"/>
    <dgm:cxn modelId="{14B42D91-6AE3-46CF-8331-068B5ACC6FE2}" type="presOf" srcId="{48188C54-0C48-4674-91E6-83E786C777F5}" destId="{7CC8EDDB-9E6A-47B2-B02D-60C27577DAA1}" srcOrd="0" destOrd="0" presId="urn:microsoft.com/office/officeart/2018/2/layout/IconVerticalSolidList"/>
    <dgm:cxn modelId="{1CCA01AD-1591-4A83-9CA8-BBD039B94BC5}" srcId="{62F41AE8-A821-435A-85A0-E44161739E06}" destId="{8AE7F4CA-F7F9-4D1D-A2AA-AD68899BC882}" srcOrd="6" destOrd="0" parTransId="{3BA59CCE-5A80-4E89-B817-40E29E595A63}" sibTransId="{F1049E0B-72D4-4ACA-8CA8-2A543F11EA37}"/>
    <dgm:cxn modelId="{26CE14AF-4A07-4636-9C11-3E315E165D7D}" type="presOf" srcId="{8AE7F4CA-F7F9-4D1D-A2AA-AD68899BC882}" destId="{5A3CDDA5-AE0A-468F-83DE-5F2F5F471850}" srcOrd="0" destOrd="0" presId="urn:microsoft.com/office/officeart/2018/2/layout/IconVerticalSolidList"/>
    <dgm:cxn modelId="{94657BBA-ED9F-4048-8EB4-9DB60ADCFD7A}" srcId="{62F41AE8-A821-435A-85A0-E44161739E06}" destId="{6B63C5FB-70F7-4D32-B8E4-42A31A5088F9}" srcOrd="4" destOrd="0" parTransId="{4EB59BCD-7E9B-4D73-A22F-73C064010EDB}" sibTransId="{CE783C4C-0D0F-4537-8DB8-156B3F339ED0}"/>
    <dgm:cxn modelId="{99D6EEBD-F741-4F1C-A637-BBB97159433A}" srcId="{62F41AE8-A821-435A-85A0-E44161739E06}" destId="{48188C54-0C48-4674-91E6-83E786C777F5}" srcOrd="0" destOrd="0" parTransId="{9EE160C2-7F55-42F9-BAFD-0AD86A0CABD3}" sibTransId="{C059011E-D904-43BD-BB8D-05C3D3D77C9B}"/>
    <dgm:cxn modelId="{8C74A3C1-D443-4F9B-9ACC-FFA11AE1FB19}" srcId="{62F41AE8-A821-435A-85A0-E44161739E06}" destId="{8F84B5AD-2810-433F-9CA2-1AC736E21B25}" srcOrd="1" destOrd="0" parTransId="{717AAC84-7BAB-46AA-81BC-E5EEAB775AD8}" sibTransId="{A706894A-4CDC-47F7-8CD8-28529C5517A8}"/>
    <dgm:cxn modelId="{6D3875F2-443B-4469-BD82-7EDFA7D2A7CF}" srcId="{62F41AE8-A821-435A-85A0-E44161739E06}" destId="{9D4E1E0E-0AF4-4F3E-BD19-209CFE85614D}" srcOrd="3" destOrd="0" parTransId="{CB34A12B-4A50-4EC7-83D1-C8C7B1A45060}" sibTransId="{C6AD201C-6122-463E-B2E7-DFBB07C3746C}"/>
    <dgm:cxn modelId="{55A74E82-061D-4AE6-B978-93F7ABFC0BCD}" type="presParOf" srcId="{E97C510F-5C96-4552-A327-DF0B1B68EB1D}" destId="{882BEE11-C347-4C28-A4B4-DACFD67B998C}" srcOrd="0" destOrd="0" presId="urn:microsoft.com/office/officeart/2018/2/layout/IconVerticalSolidList"/>
    <dgm:cxn modelId="{BBF52C9C-EC2B-4756-AD31-7244D1D59AA3}" type="presParOf" srcId="{882BEE11-C347-4C28-A4B4-DACFD67B998C}" destId="{F1926E2A-846B-487E-A1CB-BB204C3EA47F}" srcOrd="0" destOrd="0" presId="urn:microsoft.com/office/officeart/2018/2/layout/IconVerticalSolidList"/>
    <dgm:cxn modelId="{BEA6C9F3-9706-4796-8CE4-3873350BADB3}" type="presParOf" srcId="{882BEE11-C347-4C28-A4B4-DACFD67B998C}" destId="{98BAF906-9464-4232-88DD-65DA143E6B10}" srcOrd="1" destOrd="0" presId="urn:microsoft.com/office/officeart/2018/2/layout/IconVerticalSolidList"/>
    <dgm:cxn modelId="{89917D2D-CC68-4C5E-B2FB-B9D94983A80D}" type="presParOf" srcId="{882BEE11-C347-4C28-A4B4-DACFD67B998C}" destId="{EE296A2D-D2A9-4371-B4F9-567EF5D4D03F}" srcOrd="2" destOrd="0" presId="urn:microsoft.com/office/officeart/2018/2/layout/IconVerticalSolidList"/>
    <dgm:cxn modelId="{073D196E-B15A-416A-95D6-D3F086CBC781}" type="presParOf" srcId="{882BEE11-C347-4C28-A4B4-DACFD67B998C}" destId="{7CC8EDDB-9E6A-47B2-B02D-60C27577DAA1}" srcOrd="3" destOrd="0" presId="urn:microsoft.com/office/officeart/2018/2/layout/IconVerticalSolidList"/>
    <dgm:cxn modelId="{FBE0B4F8-9FB7-4EDD-B6A4-F9DC98E17466}" type="presParOf" srcId="{E97C510F-5C96-4552-A327-DF0B1B68EB1D}" destId="{1DDBE9AE-850B-4ECA-B377-B93D5051192C}" srcOrd="1" destOrd="0" presId="urn:microsoft.com/office/officeart/2018/2/layout/IconVerticalSolidList"/>
    <dgm:cxn modelId="{F4817AAF-EC0A-4236-A6DF-68A75937EB08}" type="presParOf" srcId="{E97C510F-5C96-4552-A327-DF0B1B68EB1D}" destId="{3056BCF9-95ED-4805-B906-FC8A471E8975}" srcOrd="2" destOrd="0" presId="urn:microsoft.com/office/officeart/2018/2/layout/IconVerticalSolidList"/>
    <dgm:cxn modelId="{B292A14E-CE33-400F-92F9-04C53588C45A}" type="presParOf" srcId="{3056BCF9-95ED-4805-B906-FC8A471E8975}" destId="{AB9D92E7-4641-49D2-B2C3-59F3E435B584}" srcOrd="0" destOrd="0" presId="urn:microsoft.com/office/officeart/2018/2/layout/IconVerticalSolidList"/>
    <dgm:cxn modelId="{266C490F-8134-451E-8E43-56385E1B8F09}" type="presParOf" srcId="{3056BCF9-95ED-4805-B906-FC8A471E8975}" destId="{6CEB9B04-8700-4821-B95F-86580D667FCC}" srcOrd="1" destOrd="0" presId="urn:microsoft.com/office/officeart/2018/2/layout/IconVerticalSolidList"/>
    <dgm:cxn modelId="{96D7E2F4-986D-47D8-9FF6-3D695D4CA8BC}" type="presParOf" srcId="{3056BCF9-95ED-4805-B906-FC8A471E8975}" destId="{CF80C8DF-7BF3-479F-A84F-C39C755F7B2A}" srcOrd="2" destOrd="0" presId="urn:microsoft.com/office/officeart/2018/2/layout/IconVerticalSolidList"/>
    <dgm:cxn modelId="{69AE9D30-ED36-427F-A2A9-06D29AF20F4E}" type="presParOf" srcId="{3056BCF9-95ED-4805-B906-FC8A471E8975}" destId="{B2E12C8C-1F47-4C15-AD13-8F9A645B7E6C}" srcOrd="3" destOrd="0" presId="urn:microsoft.com/office/officeart/2018/2/layout/IconVerticalSolidList"/>
    <dgm:cxn modelId="{762BA653-8FE8-4968-8B67-7CB8D859BF0B}" type="presParOf" srcId="{E97C510F-5C96-4552-A327-DF0B1B68EB1D}" destId="{828F8C1E-575C-49D3-9A23-4D25C4608664}" srcOrd="3" destOrd="0" presId="urn:microsoft.com/office/officeart/2018/2/layout/IconVerticalSolidList"/>
    <dgm:cxn modelId="{DF53614E-7192-4185-B894-7B0BA55B85C6}" type="presParOf" srcId="{E97C510F-5C96-4552-A327-DF0B1B68EB1D}" destId="{37977D0B-1BF5-4A77-90C2-6F786426C9E0}" srcOrd="4" destOrd="0" presId="urn:microsoft.com/office/officeart/2018/2/layout/IconVerticalSolidList"/>
    <dgm:cxn modelId="{A90C8F92-F855-4171-94AE-ED0944406D61}" type="presParOf" srcId="{37977D0B-1BF5-4A77-90C2-6F786426C9E0}" destId="{7B7D523D-9822-486A-AF4E-8CFAE4BF7D73}" srcOrd="0" destOrd="0" presId="urn:microsoft.com/office/officeart/2018/2/layout/IconVerticalSolidList"/>
    <dgm:cxn modelId="{A2C63FF7-9CDD-4397-A9BF-0B509DECF264}" type="presParOf" srcId="{37977D0B-1BF5-4A77-90C2-6F786426C9E0}" destId="{B9E06875-958B-42D2-A2F6-00F4D34C89A6}" srcOrd="1" destOrd="0" presId="urn:microsoft.com/office/officeart/2018/2/layout/IconVerticalSolidList"/>
    <dgm:cxn modelId="{7434D9C3-C677-4FDC-9C67-311D1F474220}" type="presParOf" srcId="{37977D0B-1BF5-4A77-90C2-6F786426C9E0}" destId="{3CB2F0EB-AAEB-4EE6-AE25-07147BEC92FB}" srcOrd="2" destOrd="0" presId="urn:microsoft.com/office/officeart/2018/2/layout/IconVerticalSolidList"/>
    <dgm:cxn modelId="{01157D2A-EEB3-4588-8DCE-43BCDAA5BBAC}" type="presParOf" srcId="{37977D0B-1BF5-4A77-90C2-6F786426C9E0}" destId="{83A4DA05-8B0D-43BA-82FC-0A998FA03110}" srcOrd="3" destOrd="0" presId="urn:microsoft.com/office/officeart/2018/2/layout/IconVerticalSolidList"/>
    <dgm:cxn modelId="{D0E1A264-6C46-476D-AD6C-E3E2C1D2EB7F}" type="presParOf" srcId="{E97C510F-5C96-4552-A327-DF0B1B68EB1D}" destId="{2AA045BE-B740-4422-8E61-FF3D18D24FB4}" srcOrd="5" destOrd="0" presId="urn:microsoft.com/office/officeart/2018/2/layout/IconVerticalSolidList"/>
    <dgm:cxn modelId="{CE6020BA-6FA4-4692-8EC0-8E8C7DD2F1F9}" type="presParOf" srcId="{E97C510F-5C96-4552-A327-DF0B1B68EB1D}" destId="{DA85059B-1EF6-4368-A5B7-85C4BCD7666E}" srcOrd="6" destOrd="0" presId="urn:microsoft.com/office/officeart/2018/2/layout/IconVerticalSolidList"/>
    <dgm:cxn modelId="{F95FB1EC-F07D-4038-9D70-EFA4089E0093}" type="presParOf" srcId="{DA85059B-1EF6-4368-A5B7-85C4BCD7666E}" destId="{EF20A1B7-6C06-432D-BBCF-3C7B61047F57}" srcOrd="0" destOrd="0" presId="urn:microsoft.com/office/officeart/2018/2/layout/IconVerticalSolidList"/>
    <dgm:cxn modelId="{9636920A-20E4-46BF-8609-66D1BA48A70D}" type="presParOf" srcId="{DA85059B-1EF6-4368-A5B7-85C4BCD7666E}" destId="{0B4AB0FD-D92B-4737-BA62-D2745A2E7C3F}" srcOrd="1" destOrd="0" presId="urn:microsoft.com/office/officeart/2018/2/layout/IconVerticalSolidList"/>
    <dgm:cxn modelId="{2BEEDBFD-3B66-46CA-98A9-CF2FE5929366}" type="presParOf" srcId="{DA85059B-1EF6-4368-A5B7-85C4BCD7666E}" destId="{0728612D-8534-40AC-8938-D10B97E3F358}" srcOrd="2" destOrd="0" presId="urn:microsoft.com/office/officeart/2018/2/layout/IconVerticalSolidList"/>
    <dgm:cxn modelId="{606A6B5C-3816-4281-9040-222C64E2DFC1}" type="presParOf" srcId="{DA85059B-1EF6-4368-A5B7-85C4BCD7666E}" destId="{F04674EC-A451-4F88-BD56-C52B6C0823BB}" srcOrd="3" destOrd="0" presId="urn:microsoft.com/office/officeart/2018/2/layout/IconVerticalSolidList"/>
    <dgm:cxn modelId="{B79325C1-1285-4C6D-B1F8-65350F19A259}" type="presParOf" srcId="{E97C510F-5C96-4552-A327-DF0B1B68EB1D}" destId="{93D843EC-A6BF-4ACC-9494-3981EC3E5589}" srcOrd="7" destOrd="0" presId="urn:microsoft.com/office/officeart/2018/2/layout/IconVerticalSolidList"/>
    <dgm:cxn modelId="{8765AFF0-6030-45B9-AB17-E819009E8ACA}" type="presParOf" srcId="{E97C510F-5C96-4552-A327-DF0B1B68EB1D}" destId="{BAE08AE8-213C-41AD-9F80-3EE5FB6575D9}" srcOrd="8" destOrd="0" presId="urn:microsoft.com/office/officeart/2018/2/layout/IconVerticalSolidList"/>
    <dgm:cxn modelId="{71D9A8FC-BB74-4F13-96B0-0860979E1ED2}" type="presParOf" srcId="{BAE08AE8-213C-41AD-9F80-3EE5FB6575D9}" destId="{6321A448-ECDD-4B2E-A3EE-A2C8F233731B}" srcOrd="0" destOrd="0" presId="urn:microsoft.com/office/officeart/2018/2/layout/IconVerticalSolidList"/>
    <dgm:cxn modelId="{FD95E006-0183-4D5F-AFB1-27FF683794CC}" type="presParOf" srcId="{BAE08AE8-213C-41AD-9F80-3EE5FB6575D9}" destId="{F90AA8CA-A671-4919-9498-9926B63E7747}" srcOrd="1" destOrd="0" presId="urn:microsoft.com/office/officeart/2018/2/layout/IconVerticalSolidList"/>
    <dgm:cxn modelId="{A5BBDEC4-83DD-4A60-BA30-3A2B2F95E31B}" type="presParOf" srcId="{BAE08AE8-213C-41AD-9F80-3EE5FB6575D9}" destId="{56C668B6-0B2C-404C-9449-FFF932C891BD}" srcOrd="2" destOrd="0" presId="urn:microsoft.com/office/officeart/2018/2/layout/IconVerticalSolidList"/>
    <dgm:cxn modelId="{6915938C-E7EC-4C46-8D2C-DEBC8407481A}" type="presParOf" srcId="{BAE08AE8-213C-41AD-9F80-3EE5FB6575D9}" destId="{F0534ABD-CD47-479B-BA6E-398DD0A3296E}" srcOrd="3" destOrd="0" presId="urn:microsoft.com/office/officeart/2018/2/layout/IconVerticalSolidList"/>
    <dgm:cxn modelId="{B4106644-B7FD-47E3-AC23-53C25B0C7A0C}" type="presParOf" srcId="{E97C510F-5C96-4552-A327-DF0B1B68EB1D}" destId="{B9A06938-65BB-4956-AF38-D5441F2AD129}" srcOrd="9" destOrd="0" presId="urn:microsoft.com/office/officeart/2018/2/layout/IconVerticalSolidList"/>
    <dgm:cxn modelId="{C0BDF5F5-34B1-4A13-8931-543271E622A2}" type="presParOf" srcId="{E97C510F-5C96-4552-A327-DF0B1B68EB1D}" destId="{4C0232E9-FC93-49C4-B111-419D40C96882}" srcOrd="10" destOrd="0" presId="urn:microsoft.com/office/officeart/2018/2/layout/IconVerticalSolidList"/>
    <dgm:cxn modelId="{61B19600-FDB1-4255-A584-1FCEF70DAEFB}" type="presParOf" srcId="{4C0232E9-FC93-49C4-B111-419D40C96882}" destId="{252EDDC9-D693-4AE4-A75C-4D417E7D45C2}" srcOrd="0" destOrd="0" presId="urn:microsoft.com/office/officeart/2018/2/layout/IconVerticalSolidList"/>
    <dgm:cxn modelId="{97911978-137E-44FC-A424-67C5C5201A77}" type="presParOf" srcId="{4C0232E9-FC93-49C4-B111-419D40C96882}" destId="{A219222B-0F72-48EE-B57D-CAA5ADB93000}" srcOrd="1" destOrd="0" presId="urn:microsoft.com/office/officeart/2018/2/layout/IconVerticalSolidList"/>
    <dgm:cxn modelId="{08407E70-30C8-4F73-B9FF-05DE1C62B39E}" type="presParOf" srcId="{4C0232E9-FC93-49C4-B111-419D40C96882}" destId="{068DB39C-3919-4D31-A72C-D2C0E90A2E5E}" srcOrd="2" destOrd="0" presId="urn:microsoft.com/office/officeart/2018/2/layout/IconVerticalSolidList"/>
    <dgm:cxn modelId="{DBF6C213-C1BD-4AF3-A24C-D2CE9101CAD9}" type="presParOf" srcId="{4C0232E9-FC93-49C4-B111-419D40C96882}" destId="{1AD822F2-3F78-4B46-AC23-74BE0C1D8A03}" srcOrd="3" destOrd="0" presId="urn:microsoft.com/office/officeart/2018/2/layout/IconVerticalSolidList"/>
    <dgm:cxn modelId="{3A11FC3D-BB21-43D3-8BB9-D37C142C59E6}" type="presParOf" srcId="{E97C510F-5C96-4552-A327-DF0B1B68EB1D}" destId="{EA2AE990-B1EA-42B0-A188-4E6D3909ED3A}" srcOrd="11" destOrd="0" presId="urn:microsoft.com/office/officeart/2018/2/layout/IconVerticalSolidList"/>
    <dgm:cxn modelId="{7433E3C9-CC30-42AC-A167-80C80E3DA8A9}" type="presParOf" srcId="{E97C510F-5C96-4552-A327-DF0B1B68EB1D}" destId="{3225D30B-6255-4587-8FBD-FE141723E20B}" srcOrd="12" destOrd="0" presId="urn:microsoft.com/office/officeart/2018/2/layout/IconVerticalSolidList"/>
    <dgm:cxn modelId="{F0B9B0F0-B7EA-4857-9F10-3CEE815A0DE3}" type="presParOf" srcId="{3225D30B-6255-4587-8FBD-FE141723E20B}" destId="{3F2E053B-2726-434C-BAC8-380927390945}" srcOrd="0" destOrd="0" presId="urn:microsoft.com/office/officeart/2018/2/layout/IconVerticalSolidList"/>
    <dgm:cxn modelId="{82B1453E-80EA-44DA-9A40-25A825F4634F}" type="presParOf" srcId="{3225D30B-6255-4587-8FBD-FE141723E20B}" destId="{1B9D695A-8EF2-4E8E-9876-D5312C684E53}" srcOrd="1" destOrd="0" presId="urn:microsoft.com/office/officeart/2018/2/layout/IconVerticalSolidList"/>
    <dgm:cxn modelId="{CBA141B7-C864-4AA9-BE32-9A4F131E7DA7}" type="presParOf" srcId="{3225D30B-6255-4587-8FBD-FE141723E20B}" destId="{C467726A-BB1B-49F0-A3FC-B5E0D210FFB1}" srcOrd="2" destOrd="0" presId="urn:microsoft.com/office/officeart/2018/2/layout/IconVerticalSolidList"/>
    <dgm:cxn modelId="{D48CC6C2-4D8B-454E-AE3B-EE5D52450633}" type="presParOf" srcId="{3225D30B-6255-4587-8FBD-FE141723E20B}" destId="{5A3CDDA5-AE0A-468F-83DE-5F2F5F47185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2C8EEC-D391-4C87-A891-2BA142841804}">
      <dsp:nvSpPr>
        <dsp:cNvPr id="0" name=""/>
        <dsp:cNvSpPr/>
      </dsp:nvSpPr>
      <dsp:spPr>
        <a:xfrm>
          <a:off x="0" y="484"/>
          <a:ext cx="105486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AC400A-DE31-4273-95AB-1E617F9EBB97}">
      <dsp:nvSpPr>
        <dsp:cNvPr id="0" name=""/>
        <dsp:cNvSpPr/>
      </dsp:nvSpPr>
      <dsp:spPr>
        <a:xfrm>
          <a:off x="0" y="484"/>
          <a:ext cx="10548687" cy="3969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2)🟢 SAFE</a:t>
          </a:r>
          <a:endParaRPr lang="en-US" sz="1700" kern="1200"/>
        </a:p>
      </dsp:txBody>
      <dsp:txXfrm>
        <a:off x="0" y="484"/>
        <a:ext cx="10548687" cy="396934"/>
      </dsp:txXfrm>
    </dsp:sp>
    <dsp:sp modelId="{B9E31750-E2AF-45AA-920A-3882C441FD57}">
      <dsp:nvSpPr>
        <dsp:cNvPr id="0" name=""/>
        <dsp:cNvSpPr/>
      </dsp:nvSpPr>
      <dsp:spPr>
        <a:xfrm>
          <a:off x="0" y="397419"/>
          <a:ext cx="105486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8BA171-7827-4219-A666-8AFF2F27C291}">
      <dsp:nvSpPr>
        <dsp:cNvPr id="0" name=""/>
        <dsp:cNvSpPr/>
      </dsp:nvSpPr>
      <dsp:spPr>
        <a:xfrm>
          <a:off x="0" y="397419"/>
          <a:ext cx="10548687" cy="3969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Normal behavior </a:t>
          </a:r>
        </a:p>
      </dsp:txBody>
      <dsp:txXfrm>
        <a:off x="0" y="397419"/>
        <a:ext cx="10548687" cy="396934"/>
      </dsp:txXfrm>
    </dsp:sp>
    <dsp:sp modelId="{A4732D96-B224-421B-8C30-3CB037D805AD}">
      <dsp:nvSpPr>
        <dsp:cNvPr id="0" name=""/>
        <dsp:cNvSpPr/>
      </dsp:nvSpPr>
      <dsp:spPr>
        <a:xfrm>
          <a:off x="0" y="794354"/>
          <a:ext cx="105486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943C52-2479-4307-85B2-974E83B71002}">
      <dsp:nvSpPr>
        <dsp:cNvPr id="0" name=""/>
        <dsp:cNvSpPr/>
      </dsp:nvSpPr>
      <dsp:spPr>
        <a:xfrm>
          <a:off x="0" y="794354"/>
          <a:ext cx="10548687" cy="3969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No risk indicators triggered </a:t>
          </a:r>
        </a:p>
      </dsp:txBody>
      <dsp:txXfrm>
        <a:off x="0" y="794354"/>
        <a:ext cx="10548687" cy="396934"/>
      </dsp:txXfrm>
    </dsp:sp>
    <dsp:sp modelId="{CA027871-0561-46B8-A4DA-DE909F92CE4B}">
      <dsp:nvSpPr>
        <dsp:cNvPr id="0" name=""/>
        <dsp:cNvSpPr/>
      </dsp:nvSpPr>
      <dsp:spPr>
        <a:xfrm>
          <a:off x="0" y="1191289"/>
          <a:ext cx="105486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0462C7-5BC6-478E-AE6A-B2C347DA5E1A}">
      <dsp:nvSpPr>
        <dsp:cNvPr id="0" name=""/>
        <dsp:cNvSpPr/>
      </dsp:nvSpPr>
      <dsp:spPr>
        <a:xfrm>
          <a:off x="0" y="1191289"/>
          <a:ext cx="10548687" cy="3969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Continue navigation </a:t>
          </a:r>
        </a:p>
      </dsp:txBody>
      <dsp:txXfrm>
        <a:off x="0" y="1191289"/>
        <a:ext cx="10548687" cy="396934"/>
      </dsp:txXfrm>
    </dsp:sp>
    <dsp:sp modelId="{D26614D0-01A1-4984-9333-8C41458840C5}">
      <dsp:nvSpPr>
        <dsp:cNvPr id="0" name=""/>
        <dsp:cNvSpPr/>
      </dsp:nvSpPr>
      <dsp:spPr>
        <a:xfrm>
          <a:off x="0" y="1588224"/>
          <a:ext cx="105486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D0A25B-9D16-4B20-8317-C2C533C8476F}">
      <dsp:nvSpPr>
        <dsp:cNvPr id="0" name=""/>
        <dsp:cNvSpPr/>
      </dsp:nvSpPr>
      <dsp:spPr>
        <a:xfrm>
          <a:off x="0" y="1588224"/>
          <a:ext cx="10548687" cy="3969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🟡 WARNING</a:t>
          </a:r>
          <a:endParaRPr lang="en-US" sz="1700" kern="1200"/>
        </a:p>
      </dsp:txBody>
      <dsp:txXfrm>
        <a:off x="0" y="1588224"/>
        <a:ext cx="10548687" cy="396934"/>
      </dsp:txXfrm>
    </dsp:sp>
    <dsp:sp modelId="{AB35A684-E581-4F3F-8FDA-16EC5BBA3A92}">
      <dsp:nvSpPr>
        <dsp:cNvPr id="0" name=""/>
        <dsp:cNvSpPr/>
      </dsp:nvSpPr>
      <dsp:spPr>
        <a:xfrm>
          <a:off x="0" y="1985158"/>
          <a:ext cx="105486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7EB350-425E-4078-B159-1C3720857CA0}">
      <dsp:nvSpPr>
        <dsp:cNvPr id="0" name=""/>
        <dsp:cNvSpPr/>
      </dsp:nvSpPr>
      <dsp:spPr>
        <a:xfrm>
          <a:off x="0" y="1985158"/>
          <a:ext cx="10548687" cy="3969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Moderate deviation or elevated risk detected </a:t>
          </a:r>
        </a:p>
      </dsp:txBody>
      <dsp:txXfrm>
        <a:off x="0" y="1985158"/>
        <a:ext cx="10548687" cy="396934"/>
      </dsp:txXfrm>
    </dsp:sp>
    <dsp:sp modelId="{B2D47870-328B-4D09-8279-700826811595}">
      <dsp:nvSpPr>
        <dsp:cNvPr id="0" name=""/>
        <dsp:cNvSpPr/>
      </dsp:nvSpPr>
      <dsp:spPr>
        <a:xfrm>
          <a:off x="0" y="2382093"/>
          <a:ext cx="105486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7E39C6-4977-4946-B87B-A16DAA84838C}">
      <dsp:nvSpPr>
        <dsp:cNvPr id="0" name=""/>
        <dsp:cNvSpPr/>
      </dsp:nvSpPr>
      <dsp:spPr>
        <a:xfrm>
          <a:off x="0" y="2382093"/>
          <a:ext cx="10548687" cy="3969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User is notified </a:t>
          </a:r>
        </a:p>
      </dsp:txBody>
      <dsp:txXfrm>
        <a:off x="0" y="2382093"/>
        <a:ext cx="10548687" cy="396934"/>
      </dsp:txXfrm>
    </dsp:sp>
    <dsp:sp modelId="{BDC5C8CF-A3B5-48C2-8505-285736648F13}">
      <dsp:nvSpPr>
        <dsp:cNvPr id="0" name=""/>
        <dsp:cNvSpPr/>
      </dsp:nvSpPr>
      <dsp:spPr>
        <a:xfrm>
          <a:off x="0" y="2779028"/>
          <a:ext cx="105486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1AF619-4D00-4D03-93A9-88A75336603E}">
      <dsp:nvSpPr>
        <dsp:cNvPr id="0" name=""/>
        <dsp:cNvSpPr/>
      </dsp:nvSpPr>
      <dsp:spPr>
        <a:xfrm>
          <a:off x="0" y="2779028"/>
          <a:ext cx="10548687" cy="3969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🔴 DANGER</a:t>
          </a:r>
          <a:endParaRPr lang="en-US" sz="1700" kern="1200"/>
        </a:p>
      </dsp:txBody>
      <dsp:txXfrm>
        <a:off x="0" y="2779028"/>
        <a:ext cx="10548687" cy="396934"/>
      </dsp:txXfrm>
    </dsp:sp>
    <dsp:sp modelId="{214C7E42-6E6D-41B7-B84B-16FAB796F8A1}">
      <dsp:nvSpPr>
        <dsp:cNvPr id="0" name=""/>
        <dsp:cNvSpPr/>
      </dsp:nvSpPr>
      <dsp:spPr>
        <a:xfrm>
          <a:off x="0" y="3175963"/>
          <a:ext cx="105486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CBFBFC-5B08-40E8-99C8-EA68D0A89CDD}">
      <dsp:nvSpPr>
        <dsp:cNvPr id="0" name=""/>
        <dsp:cNvSpPr/>
      </dsp:nvSpPr>
      <dsp:spPr>
        <a:xfrm>
          <a:off x="0" y="3175963"/>
          <a:ext cx="10548687" cy="3969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Critical anomaly or high-risk area </a:t>
          </a:r>
        </a:p>
      </dsp:txBody>
      <dsp:txXfrm>
        <a:off x="0" y="3175963"/>
        <a:ext cx="10548687" cy="396934"/>
      </dsp:txXfrm>
    </dsp:sp>
    <dsp:sp modelId="{A15946A8-FC1A-47D0-9164-E49C1FBDD99E}">
      <dsp:nvSpPr>
        <dsp:cNvPr id="0" name=""/>
        <dsp:cNvSpPr/>
      </dsp:nvSpPr>
      <dsp:spPr>
        <a:xfrm>
          <a:off x="0" y="3572898"/>
          <a:ext cx="105486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AEEADE-E5E1-4815-B15D-BAA03A6478DD}">
      <dsp:nvSpPr>
        <dsp:cNvPr id="0" name=""/>
        <dsp:cNvSpPr/>
      </dsp:nvSpPr>
      <dsp:spPr>
        <a:xfrm>
          <a:off x="0" y="3572898"/>
          <a:ext cx="10548687" cy="3969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Emergency Agent is activated</a:t>
          </a:r>
        </a:p>
      </dsp:txBody>
      <dsp:txXfrm>
        <a:off x="0" y="3572898"/>
        <a:ext cx="10548687" cy="3969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5577F0-F007-48B9-BFA9-B375A94084D4}">
      <dsp:nvSpPr>
        <dsp:cNvPr id="0" name=""/>
        <dsp:cNvSpPr/>
      </dsp:nvSpPr>
      <dsp:spPr>
        <a:xfrm>
          <a:off x="0" y="15125"/>
          <a:ext cx="6286500" cy="8384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How the Safest Route Is Chosen</a:t>
          </a:r>
        </a:p>
      </dsp:txBody>
      <dsp:txXfrm>
        <a:off x="40930" y="56055"/>
        <a:ext cx="6204640" cy="756591"/>
      </dsp:txXfrm>
    </dsp:sp>
    <dsp:sp modelId="{2472A41E-1F29-42E7-9A72-3B470C7ED69B}">
      <dsp:nvSpPr>
        <dsp:cNvPr id="0" name=""/>
        <dsp:cNvSpPr/>
      </dsp:nvSpPr>
      <dsp:spPr>
        <a:xfrm>
          <a:off x="0" y="914056"/>
          <a:ext cx="6286500" cy="8384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Route Agent fetches multiple candidate routes and scores each using a composite formula:</a:t>
          </a:r>
        </a:p>
      </dsp:txBody>
      <dsp:txXfrm>
        <a:off x="40930" y="954986"/>
        <a:ext cx="6204640" cy="756591"/>
      </dsp:txXfrm>
    </dsp:sp>
    <dsp:sp modelId="{C6810A96-34B5-4CCF-97D9-A60058C41F19}">
      <dsp:nvSpPr>
        <dsp:cNvPr id="0" name=""/>
        <dsp:cNvSpPr/>
      </dsp:nvSpPr>
      <dsp:spPr>
        <a:xfrm>
          <a:off x="0" y="1812987"/>
          <a:ext cx="6286500" cy="8384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Score = Risk Weight × Risk Score + Distance Weight × Distance Score</a:t>
          </a:r>
          <a:endParaRPr lang="en-US" sz="2100" kern="1200"/>
        </a:p>
      </dsp:txBody>
      <dsp:txXfrm>
        <a:off x="40930" y="1853917"/>
        <a:ext cx="6204640" cy="75659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926E2A-846B-487E-A1CB-BB204C3EA47F}">
      <dsp:nvSpPr>
        <dsp:cNvPr id="0" name=""/>
        <dsp:cNvSpPr/>
      </dsp:nvSpPr>
      <dsp:spPr>
        <a:xfrm>
          <a:off x="0" y="268"/>
          <a:ext cx="6093993" cy="3692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BAF906-9464-4232-88DD-65DA143E6B10}">
      <dsp:nvSpPr>
        <dsp:cNvPr id="0" name=""/>
        <dsp:cNvSpPr/>
      </dsp:nvSpPr>
      <dsp:spPr>
        <a:xfrm>
          <a:off x="111703" y="83353"/>
          <a:ext cx="203097" cy="2030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C8EDDB-9E6A-47B2-B02D-60C27577DAA1}">
      <dsp:nvSpPr>
        <dsp:cNvPr id="0" name=""/>
        <dsp:cNvSpPr/>
      </dsp:nvSpPr>
      <dsp:spPr>
        <a:xfrm>
          <a:off x="426505" y="268"/>
          <a:ext cx="5667488" cy="3692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081" tIns="39081" rIns="39081" bIns="3908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Technology Stack</a:t>
          </a:r>
          <a:endParaRPr lang="en-US" sz="1600" kern="1200"/>
        </a:p>
      </dsp:txBody>
      <dsp:txXfrm>
        <a:off x="426505" y="268"/>
        <a:ext cx="5667488" cy="369268"/>
      </dsp:txXfrm>
    </dsp:sp>
    <dsp:sp modelId="{AB9D92E7-4641-49D2-B2C3-59F3E435B584}">
      <dsp:nvSpPr>
        <dsp:cNvPr id="0" name=""/>
        <dsp:cNvSpPr/>
      </dsp:nvSpPr>
      <dsp:spPr>
        <a:xfrm>
          <a:off x="0" y="461854"/>
          <a:ext cx="6093993" cy="3692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EB9B04-8700-4821-B95F-86580D667FCC}">
      <dsp:nvSpPr>
        <dsp:cNvPr id="0" name=""/>
        <dsp:cNvSpPr/>
      </dsp:nvSpPr>
      <dsp:spPr>
        <a:xfrm>
          <a:off x="111703" y="544939"/>
          <a:ext cx="203097" cy="2030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E12C8C-1F47-4C15-AD13-8F9A645B7E6C}">
      <dsp:nvSpPr>
        <dsp:cNvPr id="0" name=""/>
        <dsp:cNvSpPr/>
      </dsp:nvSpPr>
      <dsp:spPr>
        <a:xfrm>
          <a:off x="426505" y="461854"/>
          <a:ext cx="5667488" cy="3692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081" tIns="39081" rIns="39081" bIns="3908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01. Flask</a:t>
          </a:r>
          <a:endParaRPr lang="en-US" sz="1600" kern="1200"/>
        </a:p>
      </dsp:txBody>
      <dsp:txXfrm>
        <a:off x="426505" y="461854"/>
        <a:ext cx="5667488" cy="369268"/>
      </dsp:txXfrm>
    </dsp:sp>
    <dsp:sp modelId="{7B7D523D-9822-486A-AF4E-8CFAE4BF7D73}">
      <dsp:nvSpPr>
        <dsp:cNvPr id="0" name=""/>
        <dsp:cNvSpPr/>
      </dsp:nvSpPr>
      <dsp:spPr>
        <a:xfrm>
          <a:off x="0" y="923440"/>
          <a:ext cx="6093993" cy="3692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E06875-958B-42D2-A2F6-00F4D34C89A6}">
      <dsp:nvSpPr>
        <dsp:cNvPr id="0" name=""/>
        <dsp:cNvSpPr/>
      </dsp:nvSpPr>
      <dsp:spPr>
        <a:xfrm>
          <a:off x="111703" y="1006525"/>
          <a:ext cx="203097" cy="2030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A4DA05-8B0D-43BA-82FC-0A998FA03110}">
      <dsp:nvSpPr>
        <dsp:cNvPr id="0" name=""/>
        <dsp:cNvSpPr/>
      </dsp:nvSpPr>
      <dsp:spPr>
        <a:xfrm>
          <a:off x="426505" y="923440"/>
          <a:ext cx="5667488" cy="3692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081" tIns="39081" rIns="39081" bIns="3908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Lightweight Python backend orchestrating all API logic </a:t>
          </a:r>
        </a:p>
      </dsp:txBody>
      <dsp:txXfrm>
        <a:off x="426505" y="923440"/>
        <a:ext cx="5667488" cy="369268"/>
      </dsp:txXfrm>
    </dsp:sp>
    <dsp:sp modelId="{EF20A1B7-6C06-432D-BBCF-3C7B61047F57}">
      <dsp:nvSpPr>
        <dsp:cNvPr id="0" name=""/>
        <dsp:cNvSpPr/>
      </dsp:nvSpPr>
      <dsp:spPr>
        <a:xfrm>
          <a:off x="0" y="1385026"/>
          <a:ext cx="6093993" cy="3692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4AB0FD-D92B-4737-BA62-D2745A2E7C3F}">
      <dsp:nvSpPr>
        <dsp:cNvPr id="0" name=""/>
        <dsp:cNvSpPr/>
      </dsp:nvSpPr>
      <dsp:spPr>
        <a:xfrm>
          <a:off x="111703" y="1468111"/>
          <a:ext cx="203097" cy="2030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4674EC-A451-4F88-BD56-C52B6C0823BB}">
      <dsp:nvSpPr>
        <dsp:cNvPr id="0" name=""/>
        <dsp:cNvSpPr/>
      </dsp:nvSpPr>
      <dsp:spPr>
        <a:xfrm>
          <a:off x="426505" y="1385026"/>
          <a:ext cx="5667488" cy="3692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081" tIns="39081" rIns="39081" bIns="3908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02. SQLite</a:t>
          </a:r>
          <a:endParaRPr lang="en-US" sz="1600" kern="1200"/>
        </a:p>
      </dsp:txBody>
      <dsp:txXfrm>
        <a:off x="426505" y="1385026"/>
        <a:ext cx="5667488" cy="369268"/>
      </dsp:txXfrm>
    </dsp:sp>
    <dsp:sp modelId="{6321A448-ECDD-4B2E-A3EE-A2C8F233731B}">
      <dsp:nvSpPr>
        <dsp:cNvPr id="0" name=""/>
        <dsp:cNvSpPr/>
      </dsp:nvSpPr>
      <dsp:spPr>
        <a:xfrm>
          <a:off x="0" y="1846612"/>
          <a:ext cx="6093993" cy="3692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0AA8CA-A671-4919-9498-9926B63E7747}">
      <dsp:nvSpPr>
        <dsp:cNvPr id="0" name=""/>
        <dsp:cNvSpPr/>
      </dsp:nvSpPr>
      <dsp:spPr>
        <a:xfrm>
          <a:off x="111703" y="1929697"/>
          <a:ext cx="203097" cy="2030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534ABD-CD47-479B-BA6E-398DD0A3296E}">
      <dsp:nvSpPr>
        <dsp:cNvPr id="0" name=""/>
        <dsp:cNvSpPr/>
      </dsp:nvSpPr>
      <dsp:spPr>
        <a:xfrm>
          <a:off x="426505" y="1846612"/>
          <a:ext cx="5667488" cy="3692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081" tIns="39081" rIns="39081" bIns="3908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Persistent storage for risk data, alerts, and user reports </a:t>
          </a:r>
        </a:p>
      </dsp:txBody>
      <dsp:txXfrm>
        <a:off x="426505" y="1846612"/>
        <a:ext cx="5667488" cy="369268"/>
      </dsp:txXfrm>
    </dsp:sp>
    <dsp:sp modelId="{252EDDC9-D693-4AE4-A75C-4D417E7D45C2}">
      <dsp:nvSpPr>
        <dsp:cNvPr id="0" name=""/>
        <dsp:cNvSpPr/>
      </dsp:nvSpPr>
      <dsp:spPr>
        <a:xfrm>
          <a:off x="0" y="2308198"/>
          <a:ext cx="6093993" cy="3692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19222B-0F72-48EE-B57D-CAA5ADB93000}">
      <dsp:nvSpPr>
        <dsp:cNvPr id="0" name=""/>
        <dsp:cNvSpPr/>
      </dsp:nvSpPr>
      <dsp:spPr>
        <a:xfrm>
          <a:off x="111703" y="2391283"/>
          <a:ext cx="203097" cy="2030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D822F2-3F78-4B46-AC23-74BE0C1D8A03}">
      <dsp:nvSpPr>
        <dsp:cNvPr id="0" name=""/>
        <dsp:cNvSpPr/>
      </dsp:nvSpPr>
      <dsp:spPr>
        <a:xfrm>
          <a:off x="426505" y="2308198"/>
          <a:ext cx="5667488" cy="3692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081" tIns="39081" rIns="39081" bIns="3908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03. Google Maps API</a:t>
          </a:r>
          <a:endParaRPr lang="en-US" sz="1600" kern="1200"/>
        </a:p>
      </dsp:txBody>
      <dsp:txXfrm>
        <a:off x="426505" y="2308198"/>
        <a:ext cx="5667488" cy="369268"/>
      </dsp:txXfrm>
    </dsp:sp>
    <dsp:sp modelId="{3F2E053B-2726-434C-BAC8-380927390945}">
      <dsp:nvSpPr>
        <dsp:cNvPr id="0" name=""/>
        <dsp:cNvSpPr/>
      </dsp:nvSpPr>
      <dsp:spPr>
        <a:xfrm>
          <a:off x="0" y="2769783"/>
          <a:ext cx="6093993" cy="3692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9D695A-8EF2-4E8E-9876-D5312C684E53}">
      <dsp:nvSpPr>
        <dsp:cNvPr id="0" name=""/>
        <dsp:cNvSpPr/>
      </dsp:nvSpPr>
      <dsp:spPr>
        <a:xfrm>
          <a:off x="111703" y="2852869"/>
          <a:ext cx="203097" cy="2030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3CDDA5-AE0A-468F-83DE-5F2F5F471850}">
      <dsp:nvSpPr>
        <dsp:cNvPr id="0" name=""/>
        <dsp:cNvSpPr/>
      </dsp:nvSpPr>
      <dsp:spPr>
        <a:xfrm>
          <a:off x="426505" y="2769783"/>
          <a:ext cx="5667488" cy="3692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081" tIns="39081" rIns="39081" bIns="3908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Route fetching, geocoding, and map rendering</a:t>
          </a:r>
        </a:p>
      </dsp:txBody>
      <dsp:txXfrm>
        <a:off x="426505" y="2769783"/>
        <a:ext cx="5667488" cy="3692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C48E2-77DF-7731-E2B6-124CDDA87C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F103D7-BC70-6EEF-3239-74452A94F6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DDE2C-D405-2FFB-2AF3-03EDD523B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75D9B-9846-4696-971E-5E11E1D326F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5F956-7F88-82F2-EEB4-B8EF2F8C8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DAE07-E81F-0BB5-969F-B6DA31BC0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E8939-46E3-43B0-92A8-D57D9C1D3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698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58C70-F32F-3600-7456-FC83BFB28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95C44-1FEE-854B-DBF9-240273F23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737E0-0E75-0FF7-FCC0-A6B444F80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75D9B-9846-4696-971E-5E11E1D326F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9C2C5-F384-C25E-E875-021DFF8F5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F361D-BD98-060D-B244-D59FF6A85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E8939-46E3-43B0-92A8-D57D9C1D3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361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BE637-9E46-B8EE-7113-B2F0C3627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F8326-16CB-AF21-17DD-7E055449B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3358F-9A35-4C15-DF9F-AEFCCBFFE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75D9B-9846-4696-971E-5E11E1D326F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AAD40-58C4-CF55-8E73-2B10B93A0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25F8B-40B8-46AD-A252-4124DE32F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E8939-46E3-43B0-92A8-D57D9C1D3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399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72593-8841-FF0B-63CA-5CACCC258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37C06-AA54-2097-31F9-3971CAA19A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DD3B2C-A8F4-1C2C-25A0-2784CA461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92CA5-F932-242A-BD6C-D1F8706FB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75D9B-9846-4696-971E-5E11E1D326F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654F1C-6132-3649-0282-349825A2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ABDAAB-19ED-4683-CF91-ADFD899A9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E8939-46E3-43B0-92A8-D57D9C1D3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53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E49B8-5558-7B0B-662D-7C1260A5D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EDD00-8441-C914-F6A7-22F7D890F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18AC9-0CC2-5436-3006-635DF7780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C65020-91C7-B56A-11CD-E47941E81E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7C2441-5BF9-1D2F-173A-F485E9898A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5F78F-B59A-E058-D947-D4EF6F682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75D9B-9846-4696-971E-5E11E1D326F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7E05D8-26E3-580E-D510-648DB7993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A9263D-D3C8-C282-CF0C-668AA7683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E8939-46E3-43B0-92A8-D57D9C1D3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139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FDDDB-0C74-C849-CB39-CF87B9114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FB3303-2CDE-FE2D-8461-A4D384FD8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75D9B-9846-4696-971E-5E11E1D326F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BABB8C-A33E-F7AB-466F-C664C3D77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36B3A3-52C0-93AA-57B0-BBF228171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E8939-46E3-43B0-92A8-D57D9C1D3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810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8D8779-6E84-6999-0F04-BDB8CDEE7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75D9B-9846-4696-971E-5E11E1D326F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444FC3-6152-DB28-6BE6-1EF63DF20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1DACD-4359-63CE-BC01-41116B96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E8939-46E3-43B0-92A8-D57D9C1D3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281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0B64C-D331-2E95-2A7D-F84044ACF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C190C-27F7-8196-BADB-E9F0BCE9B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785A2-3B2E-F00F-6EB9-B4A20CFCF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FC883-E51A-C46D-82DC-6B32F4CBB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75D9B-9846-4696-971E-5E11E1D326F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1C2F38-AEFB-E2C3-9AB6-3864D03A2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AD1EF9-DA37-70CA-8104-D78CA9875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E8939-46E3-43B0-92A8-D57D9C1D3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06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B6E52-7232-C36C-8365-178465C44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4489EE-F376-1DD8-9770-DFD8831932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F40931-79CD-1233-EDDB-AA3323709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20EDFA-603F-3C43-0AEB-DD2BEFB5A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75D9B-9846-4696-971E-5E11E1D326F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E694FC-F663-D5A5-F7DB-7627B2002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471554-B757-8D13-56D5-816E5852C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E8939-46E3-43B0-92A8-D57D9C1D3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71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DE151-4C23-0A7A-7EA4-D20F9324F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AAB51F-C4FF-5C6A-BC9D-07F6591DD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74BB2-1C1E-F6C8-DE85-7127F7FB5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75D9B-9846-4696-971E-5E11E1D326F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1939B-D631-51A4-F252-8EA26FE73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F1D94-A7C6-F01F-5FDE-3F5425DB0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E8939-46E3-43B0-92A8-D57D9C1D3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676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633E62-6B2C-68E5-98CB-6D9EB609E1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DE3EDB-BC09-4E5F-1BA9-AB72D08B0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96F9A-F041-1EB8-7475-7153FC993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75D9B-9846-4696-971E-5E11E1D326F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667D9-238D-44DE-2E74-59952596C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34F02-2E76-095A-39D7-6794219E5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E8939-46E3-43B0-92A8-D57D9C1D3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11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98ECBD-0E63-6CB7-235F-5C7618E65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FDD841-36C2-B015-CE88-B04911373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84375-E21A-DD96-02DD-645AA6FF68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175D9B-9846-4696-971E-5E11E1D326F0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01FBB-AA0E-6C6E-0745-CEB91A97E7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498AE-6E82-4344-3357-2F34265D37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4E8939-46E3-43B0-92A8-D57D9C1D3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98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93A0C2-98D2-1CCF-D48F-D00BF0A430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770" b="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AEE41A-EB57-CA41-E1E9-2DF17DDD29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4800">
                <a:solidFill>
                  <a:schemeClr val="bg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AI-Powered Safe Navigation System</a:t>
            </a:r>
            <a:br>
              <a:rPr lang="en-US" sz="4800">
                <a:solidFill>
                  <a:schemeClr val="bg1"/>
                </a:solidFill>
              </a:rPr>
            </a:br>
            <a:endParaRPr lang="en-US" sz="480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B449BF-9831-F82C-0AA7-C90A7CD71B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chemeClr val="bg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Reimagining route guidance — prioritizing safety over speed.</a:t>
            </a:r>
            <a:endParaRPr lang="en-US" sz="2000">
              <a:solidFill>
                <a:schemeClr val="bg1"/>
              </a:solidFill>
            </a:endParaRPr>
          </a:p>
          <a:p>
            <a:pPr algn="l"/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700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76E621-2D0F-F89B-ABF0-F7BCF835E2E2}"/>
              </a:ext>
            </a:extLst>
          </p:cNvPr>
          <p:cNvSpPr txBox="1"/>
          <p:nvPr/>
        </p:nvSpPr>
        <p:spPr>
          <a:xfrm>
            <a:off x="2227580" y="881737"/>
            <a:ext cx="6099716" cy="1178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50"/>
              </a:lnSpc>
            </a:pPr>
            <a:r>
              <a:rPr lang="en-US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Today's navigation apps optimize for one thing: </a:t>
            </a:r>
            <a:r>
              <a:rPr lang="en-US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shortest path.</a:t>
            </a:r>
            <a:r>
              <a:rPr lang="en-US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They ignore real-world safety — leaving users vulnerable.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DCF25A-1D50-23DF-FC28-D3297D8483B6}"/>
              </a:ext>
            </a:extLst>
          </p:cNvPr>
          <p:cNvSpPr txBox="1"/>
          <p:nvPr/>
        </p:nvSpPr>
        <p:spPr>
          <a:xfrm>
            <a:off x="2611628" y="112900"/>
            <a:ext cx="6096000" cy="692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1800" dirty="0"/>
              <a:t>Problem statement and its present </a:t>
            </a:r>
            <a:r>
              <a:rPr lang="en-US" sz="1800"/>
              <a:t>day implications:</a:t>
            </a: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4CCF9F-1E1F-303C-DDA1-C6A2A0A14D4F}"/>
              </a:ext>
            </a:extLst>
          </p:cNvPr>
          <p:cNvSpPr txBox="1"/>
          <p:nvPr/>
        </p:nvSpPr>
        <p:spPr>
          <a:xfrm>
            <a:off x="782828" y="2397910"/>
            <a:ext cx="6096000" cy="1180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Unsafe areas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High-crime zones and poorly lit areas are never factored into route calculations.</a:t>
            </a: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CFAA99-79F7-68A1-0F81-F7DB7F1C43FB}"/>
              </a:ext>
            </a:extLst>
          </p:cNvPr>
          <p:cNvSpPr txBox="1"/>
          <p:nvPr/>
        </p:nvSpPr>
        <p:spPr>
          <a:xfrm>
            <a:off x="5958332" y="2315614"/>
            <a:ext cx="6096000" cy="1180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</a:t>
            </a:r>
            <a:r>
              <a:rPr lang="en-US" sz="1800" dirty="0" err="1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realtime</a:t>
            </a:r>
            <a:r>
              <a:rPr lang="en-US" sz="18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risk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Incidents, hazards, and emerging dangers are not reflected dynamically.</a:t>
            </a:r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097F46-D39A-B5DF-FC3D-2BB3ADF4285B}"/>
              </a:ext>
            </a:extLst>
          </p:cNvPr>
          <p:cNvSpPr txBox="1"/>
          <p:nvPr/>
        </p:nvSpPr>
        <p:spPr>
          <a:xfrm>
            <a:off x="782828" y="4205427"/>
            <a:ext cx="6508750" cy="1180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50"/>
              </a:lnSpc>
            </a:pPr>
            <a:r>
              <a:rPr lang="en-US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safety ignored</a:t>
            </a:r>
          </a:p>
          <a:p>
            <a:pPr>
              <a:lnSpc>
                <a:spcPts val="2850"/>
              </a:lnSpc>
            </a:pPr>
            <a:r>
              <a:rPr lang="en-US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Users may unknowingly travel through dangerous routes — with no warning.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858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8FF571D-8496-C2E3-BE8F-EE49C7850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6477"/>
            <a:ext cx="4262438" cy="42624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3E6E7A-97BB-306B-C34A-55C2D77E11CC}"/>
              </a:ext>
            </a:extLst>
          </p:cNvPr>
          <p:cNvSpPr txBox="1"/>
          <p:nvPr/>
        </p:nvSpPr>
        <p:spPr>
          <a:xfrm>
            <a:off x="4009644" y="629528"/>
            <a:ext cx="7584948" cy="674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2400" dirty="0"/>
              <a:t>Proposed Solution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04DDE1C-D44E-4EA6-8548-30D20C6CA949}"/>
              </a:ext>
            </a:extLst>
          </p:cNvPr>
          <p:cNvSpPr/>
          <p:nvPr/>
        </p:nvSpPr>
        <p:spPr>
          <a:xfrm>
            <a:off x="3831312" y="1639085"/>
            <a:ext cx="8360688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</a:t>
            </a:r>
            <a:r>
              <a:rPr lang="en-US" sz="16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AI-based navigation system</a:t>
            </a:r>
            <a:r>
              <a:rPr lang="en-US" sz="16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that recommends the </a:t>
            </a:r>
            <a:r>
              <a:rPr lang="en-US" sz="1650" dirty="0">
                <a:solidFill>
                  <a:srgbClr val="FF2E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safest route</a:t>
            </a:r>
            <a:r>
              <a:rPr lang="en-US" sz="16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not just the shortest one. By combining real-time risk data, anomaly detection, and intelligent agent collaboration, it delivers navigation that actively protects users.</a:t>
            </a:r>
            <a:endParaRPr lang="en-US" sz="16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52A8B0A-FAFA-C472-7F1E-0ADFB26AE30F}"/>
              </a:ext>
            </a:extLst>
          </p:cNvPr>
          <p:cNvSpPr/>
          <p:nvPr/>
        </p:nvSpPr>
        <p:spPr>
          <a:xfrm>
            <a:off x="3831312" y="3429000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Risk-Aware</a:t>
            </a:r>
            <a:endParaRPr lang="en-US" sz="20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C46C01-0C85-EE5B-F88B-D6D9EC3C9E77}"/>
              </a:ext>
            </a:extLst>
          </p:cNvPr>
          <p:cNvSpPr txBox="1"/>
          <p:nvPr/>
        </p:nvSpPr>
        <p:spPr>
          <a:xfrm>
            <a:off x="6341364" y="3429000"/>
            <a:ext cx="6099048" cy="403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Anomaly Detection</a:t>
            </a:r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167B2C-9358-A2D8-11E8-86888CFC2C37}"/>
              </a:ext>
            </a:extLst>
          </p:cNvPr>
          <p:cNvSpPr txBox="1"/>
          <p:nvPr/>
        </p:nvSpPr>
        <p:spPr>
          <a:xfrm>
            <a:off x="9083040" y="3393237"/>
            <a:ext cx="6217920" cy="403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Intelligent Routing</a:t>
            </a:r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C332A-64C5-2F4D-A38C-B5ACF3BD2217}"/>
              </a:ext>
            </a:extLst>
          </p:cNvPr>
          <p:cNvSpPr txBox="1"/>
          <p:nvPr/>
        </p:nvSpPr>
        <p:spPr>
          <a:xfrm>
            <a:off x="3461004" y="4321936"/>
            <a:ext cx="2299716" cy="1408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80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Integrates live and historical risk data into every route decision.</a:t>
            </a:r>
            <a:endParaRPr lang="en-US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6523C2-96D2-5C8D-1909-A7BF3D6A6614}"/>
              </a:ext>
            </a:extLst>
          </p:cNvPr>
          <p:cNvSpPr txBox="1"/>
          <p:nvPr/>
        </p:nvSpPr>
        <p:spPr>
          <a:xfrm>
            <a:off x="6431282" y="4155223"/>
            <a:ext cx="1933956" cy="1741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Identifies unusual patterns that may signal danger.</a:t>
            </a:r>
            <a:endParaRPr lang="en-US" sz="1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42ED69-4FA8-8451-2B75-BF3EA30D2E04}"/>
              </a:ext>
            </a:extLst>
          </p:cNvPr>
          <p:cNvSpPr txBox="1"/>
          <p:nvPr/>
        </p:nvSpPr>
        <p:spPr>
          <a:xfrm>
            <a:off x="8526780" y="4488647"/>
            <a:ext cx="2793492" cy="1074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Multiple agents collaborate to select the optimal safe path.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37632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747E3FA-047F-D9F4-DE34-FB4DE7BD7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15" y="866656"/>
            <a:ext cx="11883985" cy="51246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84014C-47B8-9883-916D-0D78023F04E6}"/>
              </a:ext>
            </a:extLst>
          </p:cNvPr>
          <p:cNvSpPr txBox="1"/>
          <p:nvPr/>
        </p:nvSpPr>
        <p:spPr>
          <a:xfrm>
            <a:off x="955548" y="2710213"/>
            <a:ext cx="6190488" cy="42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50"/>
              </a:lnSpc>
            </a:pPr>
            <a:r>
              <a:rPr lang="en-US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Flask Backend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C1C9E3-32B3-BB56-F2E6-8707052A0D3A}"/>
              </a:ext>
            </a:extLst>
          </p:cNvPr>
          <p:cNvSpPr txBox="1"/>
          <p:nvPr/>
        </p:nvSpPr>
        <p:spPr>
          <a:xfrm>
            <a:off x="1001268" y="1581711"/>
            <a:ext cx="6099048" cy="413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User Interface</a:t>
            </a:r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597C3A-AF84-4132-EF02-80D2F2A7F8E6}"/>
              </a:ext>
            </a:extLst>
          </p:cNvPr>
          <p:cNvSpPr txBox="1"/>
          <p:nvPr/>
        </p:nvSpPr>
        <p:spPr>
          <a:xfrm>
            <a:off x="955548" y="3724146"/>
            <a:ext cx="6099048" cy="413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AI Agents</a:t>
            </a:r>
            <a:endParaRPr lang="en-US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2F05ED-8913-7635-B16D-E54CABA70975}"/>
              </a:ext>
            </a:extLst>
          </p:cNvPr>
          <p:cNvSpPr txBox="1"/>
          <p:nvPr/>
        </p:nvSpPr>
        <p:spPr>
          <a:xfrm>
            <a:off x="955548" y="4977412"/>
            <a:ext cx="6099048" cy="413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80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9DEBD2-4A0F-699E-BFD8-3A00DF4E26B2}"/>
              </a:ext>
            </a:extLst>
          </p:cNvPr>
          <p:cNvSpPr txBox="1"/>
          <p:nvPr/>
        </p:nvSpPr>
        <p:spPr>
          <a:xfrm>
            <a:off x="635508" y="299321"/>
            <a:ext cx="6099048" cy="567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1800" dirty="0"/>
              <a:t>System </a:t>
            </a:r>
            <a:r>
              <a:rPr lang="en-US" sz="1800" dirty="0" err="1"/>
              <a:t>architechture</a:t>
            </a:r>
            <a:endParaRPr lang="en-US" sz="18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CFE3418D-2647-A5A5-5F69-8677B36B4234}"/>
              </a:ext>
            </a:extLst>
          </p:cNvPr>
          <p:cNvSpPr/>
          <p:nvPr/>
        </p:nvSpPr>
        <p:spPr>
          <a:xfrm>
            <a:off x="308015" y="5985409"/>
            <a:ext cx="11982807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system uses a </a:t>
            </a:r>
            <a:r>
              <a:rPr lang="en-US" sz="13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web-based interface</a:t>
            </a:r>
            <a:r>
              <a:rPr lang="en-US" sz="13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with Leaflet maps, communicates via RESTful APIs, and stores risk data, alerts, and user reports in SQLite for persistent, real-time access.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918236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250C39F-3F6C-4D53-86D2-7BC6B2FF6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840A70-AB09-DA70-1AF5-AC0A98E424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4" r="2518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0A48D59-8581-41F7-B529-F4617FE0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6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081FF7-80FF-BAB1-32EC-2497975C6696}"/>
              </a:ext>
            </a:extLst>
          </p:cNvPr>
          <p:cNvSpPr txBox="1"/>
          <p:nvPr/>
        </p:nvSpPr>
        <p:spPr>
          <a:xfrm>
            <a:off x="596900" y="883413"/>
            <a:ext cx="4724400" cy="30158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🤖 Multi-Agent System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Four specialized AI agents collaborate to make intelligent, safety-first navigation decisions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Each agent has a distinct role in the pipeline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n-US" sz="1400" dirty="0">
                <a:solidFill>
                  <a:schemeClr val="bg1"/>
                </a:solidFill>
              </a:rPr>
            </a:br>
            <a:endParaRPr lang="en-US" sz="1400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👥 Community Agent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Learns and updates area risk levels from user reports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n-US" sz="1400" dirty="0">
                <a:solidFill>
                  <a:schemeClr val="bg1"/>
                </a:solidFill>
              </a:rPr>
            </a:br>
            <a:endParaRPr lang="en-US" sz="1400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🛡️ Guardian Agent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Detects anomalies in user behavior and environmental data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n-US" sz="1400" dirty="0">
                <a:solidFill>
                  <a:schemeClr val="bg1"/>
                </a:solidFill>
              </a:rPr>
            </a:br>
            <a:endParaRPr lang="en-US" sz="1400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🧭 Route Agent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Evaluates and selects the safest available path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n-US" sz="1400" dirty="0">
                <a:solidFill>
                  <a:schemeClr val="bg1"/>
                </a:solidFill>
              </a:rPr>
            </a:br>
            <a:endParaRPr lang="en-US" sz="1400" dirty="0">
              <a:solidFill>
                <a:schemeClr val="bg1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🚨 Emergency Agent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Triggers real-time alerts when critical danger is detected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86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05A4AE-FD9A-190E-7AF0-7172962FC736}"/>
              </a:ext>
            </a:extLst>
          </p:cNvPr>
          <p:cNvSpPr txBox="1"/>
          <p:nvPr/>
        </p:nvSpPr>
        <p:spPr>
          <a:xfrm>
            <a:off x="255645" y="0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🤝 Community Agent – Risk Learning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n-US" sz="1600" dirty="0"/>
            </a:br>
            <a:endParaRPr lang="en-US" sz="16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📘 How Risk Is Learned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 system dynamically updates area risk scores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Based on three key mechanisms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Ensures the model stays current and responsive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n-US" sz="1600" dirty="0"/>
            </a:br>
            <a:endParaRPr lang="en-US" sz="16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🧾 User Reports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Crowd-sourced incident and safety reports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Feed directly into risk scores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n-US" sz="1600" dirty="0"/>
            </a:br>
            <a:endParaRPr lang="en-US" sz="16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⏳ Time Decay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Older reports lose influence over time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Keeps data relevant and up to date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n-US" sz="1600" dirty="0"/>
            </a:br>
            <a:endParaRPr lang="en-US" sz="16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🗺️ Spatial Smoothing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Risk propagates to nearby areas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Captures neighborhood-level pattern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0A54ED-9C4D-4B39-C2A3-838630F4E5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32" r="23003" b="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51695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6F7ED3-9596-718D-2C20-EBCAAED5F3A7}"/>
              </a:ext>
            </a:extLst>
          </p:cNvPr>
          <p:cNvSpPr txBox="1"/>
          <p:nvPr/>
        </p:nvSpPr>
        <p:spPr>
          <a:xfrm>
            <a:off x="994944" y="326874"/>
            <a:ext cx="6093994" cy="692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18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Guardian Agent — Anomaly Detection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FA3449-E440-813B-5F3B-B3629C5C0D1C}"/>
              </a:ext>
            </a:extLst>
          </p:cNvPr>
          <p:cNvSpPr txBox="1"/>
          <p:nvPr/>
        </p:nvSpPr>
        <p:spPr>
          <a:xfrm>
            <a:off x="1350544" y="1262605"/>
            <a:ext cx="6093994" cy="1180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1)The Guardian Agent monitors real-time signals and applies </a:t>
            </a:r>
            <a:r>
              <a:rPr lang="en-US" sz="180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weighted scoring</a:t>
            </a:r>
            <a:r>
              <a:rPr lang="en-US" sz="18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classify the current situation into one of three safety levels.</a:t>
            </a:r>
            <a:endParaRPr lang="en-US" sz="1800" dirty="0"/>
          </a:p>
        </p:txBody>
      </p:sp>
      <p:graphicFrame>
        <p:nvGraphicFramePr>
          <p:cNvPr id="9" name="TextBox 6">
            <a:extLst>
              <a:ext uri="{FF2B5EF4-FFF2-40B4-BE49-F238E27FC236}">
                <a16:creationId xmlns:a16="http://schemas.microsoft.com/office/drawing/2014/main" id="{44408B3B-6746-09C2-87C9-A3BE9AAAE276}"/>
              </a:ext>
            </a:extLst>
          </p:cNvPr>
          <p:cNvGraphicFramePr/>
          <p:nvPr/>
        </p:nvGraphicFramePr>
        <p:xfrm>
          <a:off x="1350544" y="2686483"/>
          <a:ext cx="10548687" cy="3970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285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546F479A-1341-4B2F-BC55-B95AC6F9C79F}"/>
              </a:ext>
            </a:extLst>
          </p:cNvPr>
          <p:cNvSpPr/>
          <p:nvPr/>
        </p:nvSpPr>
        <p:spPr>
          <a:xfrm>
            <a:off x="637380" y="270009"/>
            <a:ext cx="113037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/>
              <a:t>How the safe route is </a:t>
            </a:r>
            <a:r>
              <a:rPr lang="en-US" sz="4450" dirty="0" err="1"/>
              <a:t>choosen</a:t>
            </a:r>
            <a:endParaRPr lang="en-US" sz="445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4B6DFB39-98A4-80C6-CE2C-F4C349802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4989" y="1080806"/>
            <a:ext cx="4205168" cy="42051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00EB0D-E84B-9E60-8BCF-C187F2752885}"/>
              </a:ext>
            </a:extLst>
          </p:cNvPr>
          <p:cNvSpPr txBox="1"/>
          <p:nvPr/>
        </p:nvSpPr>
        <p:spPr>
          <a:xfrm>
            <a:off x="4358439" y="4283928"/>
            <a:ext cx="6226342" cy="1180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By balancing </a:t>
            </a:r>
            <a:r>
              <a:rPr lang="en-US" sz="1800" dirty="0">
                <a:solidFill>
                  <a:srgbClr val="FF2E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risk</a:t>
            </a:r>
            <a:r>
              <a:rPr lang="en-US" sz="18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r>
              <a:rPr lang="en-US" sz="1800" dirty="0">
                <a:solidFill>
                  <a:srgbClr val="FF2E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distance</a:t>
            </a:r>
            <a:r>
              <a:rPr lang="en-US" sz="18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the system selects the </a:t>
            </a:r>
            <a:r>
              <a:rPr lang="en-US" sz="180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safest viable route</a:t>
            </a:r>
            <a:r>
              <a:rPr lang="en-US" sz="18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not merely the shortest. Users retain the option to review alternatives.</a:t>
            </a:r>
            <a:endParaRPr lang="en-US" sz="1800" dirty="0"/>
          </a:p>
        </p:txBody>
      </p:sp>
      <p:graphicFrame>
        <p:nvGraphicFramePr>
          <p:cNvPr id="11" name="TextBox 6">
            <a:extLst>
              <a:ext uri="{FF2B5EF4-FFF2-40B4-BE49-F238E27FC236}">
                <a16:creationId xmlns:a16="http://schemas.microsoft.com/office/drawing/2014/main" id="{5F108503-C5A5-08E8-8A60-D7DBC8035F40}"/>
              </a:ext>
            </a:extLst>
          </p:cNvPr>
          <p:cNvGraphicFramePr/>
          <p:nvPr/>
        </p:nvGraphicFramePr>
        <p:xfrm>
          <a:off x="4358439" y="1593205"/>
          <a:ext cx="6286500" cy="26665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71033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5598F0-18AE-0D0F-383B-DA5943DA4060}"/>
              </a:ext>
            </a:extLst>
          </p:cNvPr>
          <p:cNvSpPr txBox="1"/>
          <p:nvPr/>
        </p:nvSpPr>
        <p:spPr>
          <a:xfrm>
            <a:off x="2716631" y="409074"/>
            <a:ext cx="67587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Emergency Agent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When the Guardian Agent detects a </a:t>
            </a:r>
            <a:r>
              <a:rPr lang="en-US" b="1" dirty="0"/>
              <a:t>DANGER state</a:t>
            </a:r>
            <a:r>
              <a:rPr lang="en-US" dirty="0"/>
              <a:t>, the Emergency Agent immediately: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Triggers a real-time alert to the user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Logs the incident in the database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Supports rapid response workflows</a:t>
            </a:r>
          </a:p>
        </p:txBody>
      </p:sp>
      <p:graphicFrame>
        <p:nvGraphicFramePr>
          <p:cNvPr id="7" name="TextBox 2">
            <a:extLst>
              <a:ext uri="{FF2B5EF4-FFF2-40B4-BE49-F238E27FC236}">
                <a16:creationId xmlns:a16="http://schemas.microsoft.com/office/drawing/2014/main" id="{40AD7693-0D10-726F-4BD6-D63C499725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414476"/>
              </p:ext>
            </p:extLst>
          </p:nvPr>
        </p:nvGraphicFramePr>
        <p:xfrm>
          <a:off x="2567739" y="2598821"/>
          <a:ext cx="6093994" cy="3139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9928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67EC65-B3F4-55FE-9FC0-5F8B52A12740}"/>
              </a:ext>
            </a:extLst>
          </p:cNvPr>
          <p:cNvSpPr txBox="1"/>
          <p:nvPr/>
        </p:nvSpPr>
        <p:spPr>
          <a:xfrm>
            <a:off x="4336903" y="649915"/>
            <a:ext cx="6099048" cy="38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0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What the system achieves 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80DDDB-D2DB-F621-78B5-84354734A455}"/>
              </a:ext>
            </a:extLst>
          </p:cNvPr>
          <p:cNvSpPr txBox="1"/>
          <p:nvPr/>
        </p:nvSpPr>
        <p:spPr>
          <a:xfrm>
            <a:off x="989116" y="2923060"/>
            <a:ext cx="6093994" cy="1310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AI-Driven Safety</a:t>
            </a:r>
          </a:p>
          <a:p>
            <a:pPr>
              <a:lnSpc>
                <a:spcPts val="2350"/>
              </a:lnSpc>
            </a:pPr>
            <a:r>
              <a:rPr lang="en-US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Multi-agent collaboration outperforms single-model approaches.</a:t>
            </a:r>
            <a:endParaRPr lang="en-US" dirty="0"/>
          </a:p>
          <a:p>
            <a:pPr marL="0" indent="0" algn="l">
              <a:lnSpc>
                <a:spcPts val="2350"/>
              </a:lnSpc>
              <a:buNone/>
            </a:pP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EBA960-E9C4-CC45-519D-E929A1B2BDA2}"/>
              </a:ext>
            </a:extLst>
          </p:cNvPr>
          <p:cNvSpPr txBox="1"/>
          <p:nvPr/>
        </p:nvSpPr>
        <p:spPr>
          <a:xfrm>
            <a:off x="989116" y="1576542"/>
            <a:ext cx="6093994" cy="1310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Scalable Design</a:t>
            </a:r>
          </a:p>
          <a:p>
            <a:pPr>
              <a:lnSpc>
                <a:spcPts val="2350"/>
              </a:lnSpc>
            </a:pPr>
            <a:r>
              <a:rPr lang="en-US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API-based architecture supports real-world deployment.</a:t>
            </a:r>
            <a:endParaRPr lang="en-US" dirty="0"/>
          </a:p>
          <a:p>
            <a:pPr marL="0" indent="0" algn="l">
              <a:lnSpc>
                <a:spcPts val="2350"/>
              </a:lnSpc>
              <a:buNone/>
            </a:pP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64F5FA-951D-896D-15D2-80E0A99BD03D}"/>
              </a:ext>
            </a:extLst>
          </p:cNvPr>
          <p:cNvSpPr txBox="1"/>
          <p:nvPr/>
        </p:nvSpPr>
        <p:spPr>
          <a:xfrm>
            <a:off x="989116" y="4626246"/>
            <a:ext cx="6093994" cy="1310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Future Roadmap</a:t>
            </a:r>
          </a:p>
          <a:p>
            <a:pPr>
              <a:lnSpc>
                <a:spcPts val="2350"/>
              </a:lnSpc>
            </a:pPr>
            <a:r>
              <a:rPr lang="en-US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GPS tracking, ML prediction, mobile app, and real-time heatmaps.</a:t>
            </a:r>
            <a:endParaRPr lang="en-US" dirty="0"/>
          </a:p>
          <a:p>
            <a:pPr marL="0" indent="0" algn="l">
              <a:lnSpc>
                <a:spcPts val="2350"/>
              </a:lnSpc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31776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588</Words>
  <Application>Microsoft Office PowerPoint</Application>
  <PresentationFormat>Widescreen</PresentationFormat>
  <Paragraphs>93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DM Sans</vt:lpstr>
      <vt:lpstr>DM Sans Semi Bold</vt:lpstr>
      <vt:lpstr>Office Theme</vt:lpstr>
      <vt:lpstr>AI-Powered Safe Navigation System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Swarna Rahul Mritinti</dc:creator>
  <cp:lastModifiedBy>Swarna Rahul Mritinti</cp:lastModifiedBy>
  <cp:revision>1</cp:revision>
  <dcterms:created xsi:type="dcterms:W3CDTF">2026-04-30T20:16:12Z</dcterms:created>
  <dcterms:modified xsi:type="dcterms:W3CDTF">2026-04-30T20:42:44Z</dcterms:modified>
</cp:coreProperties>
</file>